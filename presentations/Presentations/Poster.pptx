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2918400" cy="27432000"/>
  <p:notesSz cx="9077325" cy="6858000"/>
  <p:defaultTextStyle>
    <a:defPPr>
      <a:defRPr lang="en-US"/>
    </a:defPPr>
    <a:lvl1pPr algn="l" rtl="0" eaLnBrk="0" fontAlgn="base" hangingPunct="0">
      <a:spcBef>
        <a:spcPct val="0"/>
      </a:spcBef>
      <a:spcAft>
        <a:spcPct val="0"/>
      </a:spcAft>
      <a:defRPr sz="62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62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62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62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62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62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62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62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62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640">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97" autoAdjust="0"/>
    <p:restoredTop sz="96433" autoAdjust="0"/>
  </p:normalViewPr>
  <p:slideViewPr>
    <p:cSldViewPr>
      <p:cViewPr varScale="1">
        <p:scale>
          <a:sx n="30" d="100"/>
          <a:sy n="30" d="100"/>
        </p:scale>
        <p:origin x="1114" y="53"/>
      </p:cViewPr>
      <p:guideLst>
        <p:guide orient="horz" pos="8640"/>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3ECB958-654E-2F45-ABA6-EFBB93DAB25A}"/>
              </a:ext>
            </a:extLst>
          </p:cNvPr>
          <p:cNvSpPr>
            <a:spLocks noGrp="1" noChangeArrowheads="1"/>
          </p:cNvSpPr>
          <p:nvPr>
            <p:ph type="hdr" sz="quarter"/>
          </p:nvPr>
        </p:nvSpPr>
        <p:spPr bwMode="auto">
          <a:xfrm>
            <a:off x="0" y="0"/>
            <a:ext cx="3933825"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4099" name="Rectangle 3">
            <a:extLst>
              <a:ext uri="{FF2B5EF4-FFF2-40B4-BE49-F238E27FC236}">
                <a16:creationId xmlns:a16="http://schemas.microsoft.com/office/drawing/2014/main" id="{1CB677E8-435F-3DFF-E2C9-1E2340926297}"/>
              </a:ext>
            </a:extLst>
          </p:cNvPr>
          <p:cNvSpPr>
            <a:spLocks noGrp="1" noChangeArrowheads="1"/>
          </p:cNvSpPr>
          <p:nvPr>
            <p:ph type="dt" idx="1"/>
          </p:nvPr>
        </p:nvSpPr>
        <p:spPr bwMode="auto">
          <a:xfrm>
            <a:off x="5141913" y="0"/>
            <a:ext cx="3933825"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2052" name="Rectangle 4">
            <a:extLst>
              <a:ext uri="{FF2B5EF4-FFF2-40B4-BE49-F238E27FC236}">
                <a16:creationId xmlns:a16="http://schemas.microsoft.com/office/drawing/2014/main" id="{E77C91BF-D124-7BC3-9140-3898D482DE28}"/>
              </a:ext>
            </a:extLst>
          </p:cNvPr>
          <p:cNvSpPr>
            <a:spLocks noRot="1" noChangeArrowheads="1" noTextEdit="1"/>
          </p:cNvSpPr>
          <p:nvPr>
            <p:ph type="sldImg" idx="2"/>
          </p:nvPr>
        </p:nvSpPr>
        <p:spPr bwMode="auto">
          <a:xfrm>
            <a:off x="2995613" y="514350"/>
            <a:ext cx="3087687"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FA753F0D-5418-0B65-8210-1C388C9F4776}"/>
              </a:ext>
            </a:extLst>
          </p:cNvPr>
          <p:cNvSpPr>
            <a:spLocks noGrp="1" noChangeArrowheads="1"/>
          </p:cNvSpPr>
          <p:nvPr>
            <p:ph type="body" sz="quarter" idx="3"/>
          </p:nvPr>
        </p:nvSpPr>
        <p:spPr bwMode="auto">
          <a:xfrm>
            <a:off x="908050" y="3257550"/>
            <a:ext cx="7261225"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EBB6BCBA-3F61-3FC3-91A8-76CB5BC6BA2B}"/>
              </a:ext>
            </a:extLst>
          </p:cNvPr>
          <p:cNvSpPr>
            <a:spLocks noGrp="1" noChangeArrowheads="1"/>
          </p:cNvSpPr>
          <p:nvPr>
            <p:ph type="ftr" sz="quarter" idx="4"/>
          </p:nvPr>
        </p:nvSpPr>
        <p:spPr bwMode="auto">
          <a:xfrm>
            <a:off x="0" y="6513513"/>
            <a:ext cx="3933825"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4103" name="Rectangle 7">
            <a:extLst>
              <a:ext uri="{FF2B5EF4-FFF2-40B4-BE49-F238E27FC236}">
                <a16:creationId xmlns:a16="http://schemas.microsoft.com/office/drawing/2014/main" id="{A18C9829-7760-0D76-203A-42654EB83DE3}"/>
              </a:ext>
            </a:extLst>
          </p:cNvPr>
          <p:cNvSpPr>
            <a:spLocks noGrp="1" noChangeArrowheads="1"/>
          </p:cNvSpPr>
          <p:nvPr>
            <p:ph type="sldNum" sz="quarter" idx="5"/>
          </p:nvPr>
        </p:nvSpPr>
        <p:spPr bwMode="auto">
          <a:xfrm>
            <a:off x="5141913" y="6513513"/>
            <a:ext cx="3933825"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DF92938-0B1E-44B8-92CB-40B54488F05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8AE24779-6719-D88D-CD40-42FF4D7FDD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9EF05565-DCF4-4FAF-B6F6-0FB5FB84F3A4}" type="slidenum">
              <a:rPr lang="en-US" altLang="en-US" smtClean="0"/>
              <a:pPr>
                <a:spcBef>
                  <a:spcPct val="0"/>
                </a:spcBef>
              </a:pPr>
              <a:t>1</a:t>
            </a:fld>
            <a:endParaRPr lang="en-US" altLang="en-US"/>
          </a:p>
        </p:txBody>
      </p:sp>
      <p:sp>
        <p:nvSpPr>
          <p:cNvPr id="4099" name="Rectangle 2">
            <a:extLst>
              <a:ext uri="{FF2B5EF4-FFF2-40B4-BE49-F238E27FC236}">
                <a16:creationId xmlns:a16="http://schemas.microsoft.com/office/drawing/2014/main" id="{A64CEEB5-DA52-873E-E21F-494B84E61996}"/>
              </a:ext>
            </a:extLst>
          </p:cNvPr>
          <p:cNvSpPr>
            <a:spLocks noRot="1" noChangeArrowheads="1" noTextEdit="1"/>
          </p:cNvSpPr>
          <p:nvPr>
            <p:ph type="sldImg"/>
          </p:nvPr>
        </p:nvSpPr>
        <p:spPr>
          <a:ln/>
        </p:spPr>
      </p:sp>
      <p:sp>
        <p:nvSpPr>
          <p:cNvPr id="4100" name="Rectangle 3">
            <a:extLst>
              <a:ext uri="{FF2B5EF4-FFF2-40B4-BE49-F238E27FC236}">
                <a16:creationId xmlns:a16="http://schemas.microsoft.com/office/drawing/2014/main" id="{A44E3432-6715-B3F4-8CC2-167A8AB5E2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8522229"/>
            <a:ext cx="27980640" cy="5879042"/>
          </a:xfrm>
        </p:spPr>
        <p:txBody>
          <a:bodyPr/>
          <a:lstStyle/>
          <a:p>
            <a:r>
              <a:rPr lang="en-US"/>
              <a:t>Click to edit Master title style</a:t>
            </a:r>
          </a:p>
        </p:txBody>
      </p:sp>
      <p:sp>
        <p:nvSpPr>
          <p:cNvPr id="3" name="Subtitle 2"/>
          <p:cNvSpPr>
            <a:spLocks noGrp="1"/>
          </p:cNvSpPr>
          <p:nvPr>
            <p:ph type="subTitle" idx="1"/>
          </p:nvPr>
        </p:nvSpPr>
        <p:spPr>
          <a:xfrm>
            <a:off x="4937760" y="15544271"/>
            <a:ext cx="23042880" cy="701145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6E25D105-3CE0-A5A5-A829-BB334D7A4C5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D9A2D1D-D8F2-73AC-3726-7FD0040AFD0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A8FA15E-3016-F72D-DC22-669E5BA00A4B}"/>
              </a:ext>
            </a:extLst>
          </p:cNvPr>
          <p:cNvSpPr>
            <a:spLocks noGrp="1" noChangeArrowheads="1"/>
          </p:cNvSpPr>
          <p:nvPr>
            <p:ph type="sldNum" sz="quarter" idx="12"/>
          </p:nvPr>
        </p:nvSpPr>
        <p:spPr>
          <a:ln/>
        </p:spPr>
        <p:txBody>
          <a:bodyPr/>
          <a:lstStyle>
            <a:lvl1pPr>
              <a:defRPr/>
            </a:lvl1pPr>
          </a:lstStyle>
          <a:p>
            <a:pPr>
              <a:defRPr/>
            </a:pPr>
            <a:fld id="{FA062D67-67B7-4E98-B3A3-84627FFB7E86}" type="slidenum">
              <a:rPr lang="en-US" altLang="en-US"/>
              <a:pPr>
                <a:defRPr/>
              </a:pPr>
              <a:t>‹#›</a:t>
            </a:fld>
            <a:endParaRPr lang="en-US" altLang="en-US"/>
          </a:p>
        </p:txBody>
      </p:sp>
    </p:spTree>
    <p:extLst>
      <p:ext uri="{BB962C8B-B14F-4D97-AF65-F5344CB8AC3E}">
        <p14:creationId xmlns:p14="http://schemas.microsoft.com/office/powerpoint/2010/main" val="3242018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EC915CE-6D4A-8999-8970-1B9FE8D2E56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6196559-2EA5-76F7-33C7-6A2EA0C461C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86FA8A9-0F72-DE1A-036C-36F9C4963CDB}"/>
              </a:ext>
            </a:extLst>
          </p:cNvPr>
          <p:cNvSpPr>
            <a:spLocks noGrp="1" noChangeArrowheads="1"/>
          </p:cNvSpPr>
          <p:nvPr>
            <p:ph type="sldNum" sz="quarter" idx="12"/>
          </p:nvPr>
        </p:nvSpPr>
        <p:spPr>
          <a:ln/>
        </p:spPr>
        <p:txBody>
          <a:bodyPr/>
          <a:lstStyle>
            <a:lvl1pPr>
              <a:defRPr/>
            </a:lvl1pPr>
          </a:lstStyle>
          <a:p>
            <a:pPr>
              <a:defRPr/>
            </a:pPr>
            <a:fld id="{C7E6C432-E716-419A-AD69-0D4B2CD1543A}" type="slidenum">
              <a:rPr lang="en-US" altLang="en-US"/>
              <a:pPr>
                <a:defRPr/>
              </a:pPr>
              <a:t>‹#›</a:t>
            </a:fld>
            <a:endParaRPr lang="en-US" altLang="en-US"/>
          </a:p>
        </p:txBody>
      </p:sp>
    </p:spTree>
    <p:extLst>
      <p:ext uri="{BB962C8B-B14F-4D97-AF65-F5344CB8AC3E}">
        <p14:creationId xmlns:p14="http://schemas.microsoft.com/office/powerpoint/2010/main" val="3539932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6" y="17627868"/>
            <a:ext cx="27980640" cy="5447771"/>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2600326" y="11627115"/>
            <a:ext cx="27980640" cy="60007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3881AEF-7289-9917-D197-1EE474FF3D2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4720F07-0EAF-300E-A933-1074F141F87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DB4307D-9041-D33C-2970-2AE1F03101D0}"/>
              </a:ext>
            </a:extLst>
          </p:cNvPr>
          <p:cNvSpPr>
            <a:spLocks noGrp="1" noChangeArrowheads="1"/>
          </p:cNvSpPr>
          <p:nvPr>
            <p:ph type="sldNum" sz="quarter" idx="12"/>
          </p:nvPr>
        </p:nvSpPr>
        <p:spPr>
          <a:ln/>
        </p:spPr>
        <p:txBody>
          <a:bodyPr/>
          <a:lstStyle>
            <a:lvl1pPr>
              <a:defRPr/>
            </a:lvl1pPr>
          </a:lstStyle>
          <a:p>
            <a:pPr>
              <a:defRPr/>
            </a:pPr>
            <a:fld id="{68906D1C-A162-49FE-A63C-C924719F3059}" type="slidenum">
              <a:rPr lang="en-US" altLang="en-US"/>
              <a:pPr>
                <a:defRPr/>
              </a:pPr>
              <a:t>‹#›</a:t>
            </a:fld>
            <a:endParaRPr lang="en-US" altLang="en-US"/>
          </a:p>
        </p:txBody>
      </p:sp>
    </p:spTree>
    <p:extLst>
      <p:ext uri="{BB962C8B-B14F-4D97-AF65-F5344CB8AC3E}">
        <p14:creationId xmlns:p14="http://schemas.microsoft.com/office/powerpoint/2010/main" val="1267225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645920" y="6400273"/>
            <a:ext cx="14721840" cy="1810411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50640" y="6400273"/>
            <a:ext cx="14721840" cy="1810411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FD455A6-2C77-D883-1BCE-2CB20EBF395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4C80EA8-E0FF-1F64-CBEC-02147939E20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8087737-EB0E-9107-A0FB-447D4FDE9B81}"/>
              </a:ext>
            </a:extLst>
          </p:cNvPr>
          <p:cNvSpPr>
            <a:spLocks noGrp="1" noChangeArrowheads="1"/>
          </p:cNvSpPr>
          <p:nvPr>
            <p:ph type="sldNum" sz="quarter" idx="12"/>
          </p:nvPr>
        </p:nvSpPr>
        <p:spPr>
          <a:ln/>
        </p:spPr>
        <p:txBody>
          <a:bodyPr/>
          <a:lstStyle>
            <a:lvl1pPr>
              <a:defRPr/>
            </a:lvl1pPr>
          </a:lstStyle>
          <a:p>
            <a:pPr>
              <a:defRPr/>
            </a:pPr>
            <a:fld id="{ECC36309-6346-4084-A91A-C96D6240366B}" type="slidenum">
              <a:rPr lang="en-US" altLang="en-US"/>
              <a:pPr>
                <a:defRPr/>
              </a:pPr>
              <a:t>‹#›</a:t>
            </a:fld>
            <a:endParaRPr lang="en-US" altLang="en-US"/>
          </a:p>
        </p:txBody>
      </p:sp>
    </p:spTree>
    <p:extLst>
      <p:ext uri="{BB962C8B-B14F-4D97-AF65-F5344CB8AC3E}">
        <p14:creationId xmlns:p14="http://schemas.microsoft.com/office/powerpoint/2010/main" val="1015931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45920" y="6140983"/>
            <a:ext cx="14544676" cy="255852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45920" y="8699500"/>
            <a:ext cx="14544676" cy="1580488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094" y="6140983"/>
            <a:ext cx="14550390" cy="255852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6722094" y="8699500"/>
            <a:ext cx="14550390" cy="1580488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86C0AD2-E85B-051F-8660-EC1B054BED27}"/>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D68BBE0F-AB5B-52FF-1FB9-3F3D4C144A6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0F0FE8DE-7E0B-F5B5-9DC0-DFFF4B14A208}"/>
              </a:ext>
            </a:extLst>
          </p:cNvPr>
          <p:cNvSpPr>
            <a:spLocks noGrp="1" noChangeArrowheads="1"/>
          </p:cNvSpPr>
          <p:nvPr>
            <p:ph type="sldNum" sz="quarter" idx="12"/>
          </p:nvPr>
        </p:nvSpPr>
        <p:spPr>
          <a:ln/>
        </p:spPr>
        <p:txBody>
          <a:bodyPr/>
          <a:lstStyle>
            <a:lvl1pPr>
              <a:defRPr/>
            </a:lvl1pPr>
          </a:lstStyle>
          <a:p>
            <a:pPr>
              <a:defRPr/>
            </a:pPr>
            <a:fld id="{6D934CC7-782C-472C-BAA1-DEF24FCC661C}" type="slidenum">
              <a:rPr lang="en-US" altLang="en-US"/>
              <a:pPr>
                <a:defRPr/>
              </a:pPr>
              <a:t>‹#›</a:t>
            </a:fld>
            <a:endParaRPr lang="en-US" altLang="en-US"/>
          </a:p>
        </p:txBody>
      </p:sp>
    </p:spTree>
    <p:extLst>
      <p:ext uri="{BB962C8B-B14F-4D97-AF65-F5344CB8AC3E}">
        <p14:creationId xmlns:p14="http://schemas.microsoft.com/office/powerpoint/2010/main" val="979097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C0684C5-6C16-3047-4AA8-35C496EC53D7}"/>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A8123829-E396-A02D-C5A3-0037508B25C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64FE068-F5B2-0071-718D-63ED11C89923}"/>
              </a:ext>
            </a:extLst>
          </p:cNvPr>
          <p:cNvSpPr>
            <a:spLocks noGrp="1" noChangeArrowheads="1"/>
          </p:cNvSpPr>
          <p:nvPr>
            <p:ph type="sldNum" sz="quarter" idx="12"/>
          </p:nvPr>
        </p:nvSpPr>
        <p:spPr>
          <a:ln/>
        </p:spPr>
        <p:txBody>
          <a:bodyPr/>
          <a:lstStyle>
            <a:lvl1pPr>
              <a:defRPr/>
            </a:lvl1pPr>
          </a:lstStyle>
          <a:p>
            <a:pPr>
              <a:defRPr/>
            </a:pPr>
            <a:fld id="{6435808D-23EB-4776-8953-A5C5A6AD251F}" type="slidenum">
              <a:rPr lang="en-US" altLang="en-US"/>
              <a:pPr>
                <a:defRPr/>
              </a:pPr>
              <a:t>‹#›</a:t>
            </a:fld>
            <a:endParaRPr lang="en-US" altLang="en-US"/>
          </a:p>
        </p:txBody>
      </p:sp>
    </p:spTree>
    <p:extLst>
      <p:ext uri="{BB962C8B-B14F-4D97-AF65-F5344CB8AC3E}">
        <p14:creationId xmlns:p14="http://schemas.microsoft.com/office/powerpoint/2010/main" val="3866235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F60F04E-2B9B-B902-B758-83B1DAB19FA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8B3FBD5-DDC6-8748-048D-B8754B6E3B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45AA99CB-4108-C651-AD3F-CA0BF0B40939}"/>
              </a:ext>
            </a:extLst>
          </p:cNvPr>
          <p:cNvSpPr>
            <a:spLocks noGrp="1" noChangeArrowheads="1"/>
          </p:cNvSpPr>
          <p:nvPr>
            <p:ph type="sldNum" sz="quarter" idx="12"/>
          </p:nvPr>
        </p:nvSpPr>
        <p:spPr>
          <a:ln/>
        </p:spPr>
        <p:txBody>
          <a:bodyPr/>
          <a:lstStyle>
            <a:lvl1pPr>
              <a:defRPr/>
            </a:lvl1pPr>
          </a:lstStyle>
          <a:p>
            <a:pPr>
              <a:defRPr/>
            </a:pPr>
            <a:fld id="{4D778374-E05A-485E-B0FF-7AE3C7AA2E18}" type="slidenum">
              <a:rPr lang="en-US" altLang="en-US"/>
              <a:pPr>
                <a:defRPr/>
              </a:pPr>
              <a:t>‹#›</a:t>
            </a:fld>
            <a:endParaRPr lang="en-US" altLang="en-US"/>
          </a:p>
        </p:txBody>
      </p:sp>
    </p:spTree>
    <p:extLst>
      <p:ext uri="{BB962C8B-B14F-4D97-AF65-F5344CB8AC3E}">
        <p14:creationId xmlns:p14="http://schemas.microsoft.com/office/powerpoint/2010/main" val="3300716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0" y="1092732"/>
            <a:ext cx="10829926" cy="464740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2870180" y="1092732"/>
            <a:ext cx="18402300" cy="234116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920" y="5740136"/>
            <a:ext cx="10829926" cy="18764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349F85B-1BFA-2A43-75A6-7146E259E1C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F35F0BB-3FB8-99D9-7461-012A133945E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8B8B54F-D686-46E9-7E8A-618FA8CE60CC}"/>
              </a:ext>
            </a:extLst>
          </p:cNvPr>
          <p:cNvSpPr>
            <a:spLocks noGrp="1" noChangeArrowheads="1"/>
          </p:cNvSpPr>
          <p:nvPr>
            <p:ph type="sldNum" sz="quarter" idx="12"/>
          </p:nvPr>
        </p:nvSpPr>
        <p:spPr>
          <a:ln/>
        </p:spPr>
        <p:txBody>
          <a:bodyPr/>
          <a:lstStyle>
            <a:lvl1pPr>
              <a:defRPr/>
            </a:lvl1pPr>
          </a:lstStyle>
          <a:p>
            <a:pPr>
              <a:defRPr/>
            </a:pPr>
            <a:fld id="{75E37519-9440-466B-B856-24F98DD6559C}" type="slidenum">
              <a:rPr lang="en-US" altLang="en-US"/>
              <a:pPr>
                <a:defRPr/>
              </a:pPr>
              <a:t>‹#›</a:t>
            </a:fld>
            <a:endParaRPr lang="en-US" altLang="en-US"/>
          </a:p>
        </p:txBody>
      </p:sp>
    </p:spTree>
    <p:extLst>
      <p:ext uri="{BB962C8B-B14F-4D97-AF65-F5344CB8AC3E}">
        <p14:creationId xmlns:p14="http://schemas.microsoft.com/office/powerpoint/2010/main" val="3377983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236" y="19202139"/>
            <a:ext cx="19751040" cy="226747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6452236" y="2451365"/>
            <a:ext cx="19751040" cy="1645840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452236" y="21469615"/>
            <a:ext cx="19751040" cy="321865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82A7350-7A96-D11A-45A2-2B7BA789BCC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D216B8F-2D6C-D905-F195-7FBC22FCDEB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E3C2186-17CC-0BC0-27D6-E3A9F50A44E4}"/>
              </a:ext>
            </a:extLst>
          </p:cNvPr>
          <p:cNvSpPr>
            <a:spLocks noGrp="1" noChangeArrowheads="1"/>
          </p:cNvSpPr>
          <p:nvPr>
            <p:ph type="sldNum" sz="quarter" idx="12"/>
          </p:nvPr>
        </p:nvSpPr>
        <p:spPr>
          <a:ln/>
        </p:spPr>
        <p:txBody>
          <a:bodyPr/>
          <a:lstStyle>
            <a:lvl1pPr>
              <a:defRPr/>
            </a:lvl1pPr>
          </a:lstStyle>
          <a:p>
            <a:pPr>
              <a:defRPr/>
            </a:pPr>
            <a:fld id="{6AA93088-AEB2-4792-BFE6-960B22AE712E}" type="slidenum">
              <a:rPr lang="en-US" altLang="en-US"/>
              <a:pPr>
                <a:defRPr/>
              </a:pPr>
              <a:t>‹#›</a:t>
            </a:fld>
            <a:endParaRPr lang="en-US" altLang="en-US"/>
          </a:p>
        </p:txBody>
      </p:sp>
    </p:spTree>
    <p:extLst>
      <p:ext uri="{BB962C8B-B14F-4D97-AF65-F5344CB8AC3E}">
        <p14:creationId xmlns:p14="http://schemas.microsoft.com/office/powerpoint/2010/main" val="2619647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335D856-1A83-7885-825E-6F0F52A0EF3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5A46343-2258-ACA7-606A-DEB082D5A66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9935879-2E62-4A54-97D3-F5A9CA26A351}"/>
              </a:ext>
            </a:extLst>
          </p:cNvPr>
          <p:cNvSpPr>
            <a:spLocks noGrp="1" noChangeArrowheads="1"/>
          </p:cNvSpPr>
          <p:nvPr>
            <p:ph type="sldNum" sz="quarter" idx="12"/>
          </p:nvPr>
        </p:nvSpPr>
        <p:spPr>
          <a:ln/>
        </p:spPr>
        <p:txBody>
          <a:bodyPr/>
          <a:lstStyle>
            <a:lvl1pPr>
              <a:defRPr/>
            </a:lvl1pPr>
          </a:lstStyle>
          <a:p>
            <a:pPr>
              <a:defRPr/>
            </a:pPr>
            <a:fld id="{61323A34-C932-4C75-A876-D157B1D435BF}" type="slidenum">
              <a:rPr lang="en-US" altLang="en-US"/>
              <a:pPr>
                <a:defRPr/>
              </a:pPr>
              <a:t>‹#›</a:t>
            </a:fld>
            <a:endParaRPr lang="en-US" altLang="en-US"/>
          </a:p>
        </p:txBody>
      </p:sp>
    </p:spTree>
    <p:extLst>
      <p:ext uri="{BB962C8B-B14F-4D97-AF65-F5344CB8AC3E}">
        <p14:creationId xmlns:p14="http://schemas.microsoft.com/office/powerpoint/2010/main" val="747101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5840" y="1098023"/>
            <a:ext cx="7406640" cy="2340636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45920" y="1098023"/>
            <a:ext cx="22037040" cy="234063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8E288FB-65A0-4AB1-49A1-9025C468337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84BB78C-D9B2-3A10-4CF3-440F40EB883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8B8B421-D13D-13DC-F818-BA6DDABC8EEF}"/>
              </a:ext>
            </a:extLst>
          </p:cNvPr>
          <p:cNvSpPr>
            <a:spLocks noGrp="1" noChangeArrowheads="1"/>
          </p:cNvSpPr>
          <p:nvPr>
            <p:ph type="sldNum" sz="quarter" idx="12"/>
          </p:nvPr>
        </p:nvSpPr>
        <p:spPr>
          <a:ln/>
        </p:spPr>
        <p:txBody>
          <a:bodyPr/>
          <a:lstStyle>
            <a:lvl1pPr>
              <a:defRPr/>
            </a:lvl1pPr>
          </a:lstStyle>
          <a:p>
            <a:pPr>
              <a:defRPr/>
            </a:pPr>
            <a:fld id="{F4BBF30D-1CE6-42BE-8437-91B9232CB812}" type="slidenum">
              <a:rPr lang="en-US" altLang="en-US"/>
              <a:pPr>
                <a:defRPr/>
              </a:pPr>
              <a:t>‹#›</a:t>
            </a:fld>
            <a:endParaRPr lang="en-US" altLang="en-US"/>
          </a:p>
        </p:txBody>
      </p:sp>
    </p:spTree>
    <p:extLst>
      <p:ext uri="{BB962C8B-B14F-4D97-AF65-F5344CB8AC3E}">
        <p14:creationId xmlns:p14="http://schemas.microsoft.com/office/powerpoint/2010/main" val="4096793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CDC4D2-E7A3-4844-615D-11331D325FBA}"/>
              </a:ext>
            </a:extLst>
          </p:cNvPr>
          <p:cNvSpPr>
            <a:spLocks noGrp="1" noChangeArrowheads="1"/>
          </p:cNvSpPr>
          <p:nvPr>
            <p:ph type="title"/>
          </p:nvPr>
        </p:nvSpPr>
        <p:spPr bwMode="auto">
          <a:xfrm>
            <a:off x="1646238" y="1098550"/>
            <a:ext cx="2962592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13502" tIns="156751" rIns="313502" bIns="156751"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9912189-0B8E-6AA4-7DB1-EB78014235D6}"/>
              </a:ext>
            </a:extLst>
          </p:cNvPr>
          <p:cNvSpPr>
            <a:spLocks noGrp="1" noChangeArrowheads="1"/>
          </p:cNvSpPr>
          <p:nvPr>
            <p:ph type="body" idx="1"/>
          </p:nvPr>
        </p:nvSpPr>
        <p:spPr bwMode="auto">
          <a:xfrm>
            <a:off x="1646238" y="6400800"/>
            <a:ext cx="29625925" cy="1810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13502" tIns="156751" rIns="313502" bIns="156751"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96A49DD3-214D-7D96-483A-D9742D7006CC}"/>
              </a:ext>
            </a:extLst>
          </p:cNvPr>
          <p:cNvSpPr>
            <a:spLocks noGrp="1" noChangeArrowheads="1"/>
          </p:cNvSpPr>
          <p:nvPr>
            <p:ph type="dt" sz="half" idx="2"/>
          </p:nvPr>
        </p:nvSpPr>
        <p:spPr bwMode="auto">
          <a:xfrm>
            <a:off x="1646238" y="24980900"/>
            <a:ext cx="7680325" cy="1905000"/>
          </a:xfrm>
          <a:prstGeom prst="rect">
            <a:avLst/>
          </a:prstGeom>
          <a:noFill/>
          <a:ln w="9525">
            <a:noFill/>
            <a:miter lim="800000"/>
            <a:headEnd/>
            <a:tailEnd/>
          </a:ln>
          <a:effectLst/>
        </p:spPr>
        <p:txBody>
          <a:bodyPr vert="horz" wrap="square" lIns="313502" tIns="156751" rIns="313502" bIns="156751" numCol="1" anchor="t" anchorCtr="0" compatLnSpc="1">
            <a:prstTxWarp prst="textNoShape">
              <a:avLst/>
            </a:prstTxWarp>
          </a:bodyPr>
          <a:lstStyle>
            <a:lvl1pPr eaLnBrk="1" hangingPunct="1">
              <a:defRPr sz="4800">
                <a:latin typeface="Arial" charset="0"/>
                <a:ea typeface="ＭＳ Ｐゴシック" pitchFamily="34" charset="-128"/>
                <a:cs typeface="+mn-cs"/>
              </a:defRPr>
            </a:lvl1pPr>
          </a:lstStyle>
          <a:p>
            <a:pPr>
              <a:defRPr/>
            </a:pPr>
            <a:endParaRPr lang="en-US"/>
          </a:p>
        </p:txBody>
      </p:sp>
      <p:sp>
        <p:nvSpPr>
          <p:cNvPr id="1029" name="Rectangle 5">
            <a:extLst>
              <a:ext uri="{FF2B5EF4-FFF2-40B4-BE49-F238E27FC236}">
                <a16:creationId xmlns:a16="http://schemas.microsoft.com/office/drawing/2014/main" id="{BAC88292-D8D3-83D1-E75F-EDAD8B7F77DF}"/>
              </a:ext>
            </a:extLst>
          </p:cNvPr>
          <p:cNvSpPr>
            <a:spLocks noGrp="1" noChangeArrowheads="1"/>
          </p:cNvSpPr>
          <p:nvPr>
            <p:ph type="ftr" sz="quarter" idx="3"/>
          </p:nvPr>
        </p:nvSpPr>
        <p:spPr bwMode="auto">
          <a:xfrm>
            <a:off x="11247438" y="24980900"/>
            <a:ext cx="10423525" cy="1905000"/>
          </a:xfrm>
          <a:prstGeom prst="rect">
            <a:avLst/>
          </a:prstGeom>
          <a:noFill/>
          <a:ln w="9525">
            <a:noFill/>
            <a:miter lim="800000"/>
            <a:headEnd/>
            <a:tailEnd/>
          </a:ln>
          <a:effectLst/>
        </p:spPr>
        <p:txBody>
          <a:bodyPr vert="horz" wrap="square" lIns="313502" tIns="156751" rIns="313502" bIns="156751" numCol="1" anchor="t" anchorCtr="0" compatLnSpc="1">
            <a:prstTxWarp prst="textNoShape">
              <a:avLst/>
            </a:prstTxWarp>
          </a:bodyPr>
          <a:lstStyle>
            <a:lvl1pPr algn="ctr" eaLnBrk="1" hangingPunct="1">
              <a:defRPr sz="4800">
                <a:latin typeface="Arial" charset="0"/>
                <a:ea typeface="ＭＳ Ｐゴシック" pitchFamily="34" charset="-128"/>
                <a:cs typeface="+mn-cs"/>
              </a:defRPr>
            </a:lvl1pPr>
          </a:lstStyle>
          <a:p>
            <a:pPr>
              <a:defRPr/>
            </a:pPr>
            <a:endParaRPr lang="en-US"/>
          </a:p>
        </p:txBody>
      </p:sp>
      <p:sp>
        <p:nvSpPr>
          <p:cNvPr id="1030" name="Rectangle 6">
            <a:extLst>
              <a:ext uri="{FF2B5EF4-FFF2-40B4-BE49-F238E27FC236}">
                <a16:creationId xmlns:a16="http://schemas.microsoft.com/office/drawing/2014/main" id="{8081DF50-50FB-57E6-F3F3-5E3193AAB006}"/>
              </a:ext>
            </a:extLst>
          </p:cNvPr>
          <p:cNvSpPr>
            <a:spLocks noGrp="1" noChangeArrowheads="1"/>
          </p:cNvSpPr>
          <p:nvPr>
            <p:ph type="sldNum" sz="quarter" idx="4"/>
          </p:nvPr>
        </p:nvSpPr>
        <p:spPr bwMode="auto">
          <a:xfrm>
            <a:off x="23591838" y="24980900"/>
            <a:ext cx="7680325" cy="1905000"/>
          </a:xfrm>
          <a:prstGeom prst="rect">
            <a:avLst/>
          </a:prstGeom>
          <a:noFill/>
          <a:ln w="9525">
            <a:noFill/>
            <a:miter lim="800000"/>
            <a:headEnd/>
            <a:tailEnd/>
          </a:ln>
          <a:effectLst/>
        </p:spPr>
        <p:txBody>
          <a:bodyPr vert="horz" wrap="square" lIns="313502" tIns="156751" rIns="313502" bIns="156751" numCol="1" anchor="t" anchorCtr="0" compatLnSpc="1">
            <a:prstTxWarp prst="textNoShape">
              <a:avLst/>
            </a:prstTxWarp>
          </a:bodyPr>
          <a:lstStyle>
            <a:lvl1pPr algn="r" eaLnBrk="1" hangingPunct="1">
              <a:defRPr sz="4800"/>
            </a:lvl1pPr>
          </a:lstStyle>
          <a:p>
            <a:pPr>
              <a:defRPr/>
            </a:pPr>
            <a:fld id="{EE4808AA-BA6C-4210-8FB8-5D4CA3A000F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135313" rtl="0" eaLnBrk="0" fontAlgn="base" hangingPunct="0">
        <a:spcBef>
          <a:spcPct val="0"/>
        </a:spcBef>
        <a:spcAft>
          <a:spcPct val="0"/>
        </a:spcAft>
        <a:defRPr sz="15100">
          <a:solidFill>
            <a:schemeClr val="tx2"/>
          </a:solidFill>
          <a:latin typeface="+mj-lt"/>
          <a:ea typeface="MS PGothic" panose="020B0600070205080204" pitchFamily="34" charset="-128"/>
          <a:cs typeface="ＭＳ Ｐゴシック" charset="-128"/>
        </a:defRPr>
      </a:lvl1pPr>
      <a:lvl2pPr algn="ctr" defTabSz="3135313" rtl="0" eaLnBrk="0" fontAlgn="base" hangingPunct="0">
        <a:spcBef>
          <a:spcPct val="0"/>
        </a:spcBef>
        <a:spcAft>
          <a:spcPct val="0"/>
        </a:spcAft>
        <a:defRPr sz="15100">
          <a:solidFill>
            <a:schemeClr val="tx2"/>
          </a:solidFill>
          <a:latin typeface="Arial" charset="0"/>
          <a:ea typeface="MS PGothic" panose="020B0600070205080204" pitchFamily="34" charset="-128"/>
          <a:cs typeface="ＭＳ Ｐゴシック" charset="-128"/>
        </a:defRPr>
      </a:lvl2pPr>
      <a:lvl3pPr algn="ctr" defTabSz="3135313" rtl="0" eaLnBrk="0" fontAlgn="base" hangingPunct="0">
        <a:spcBef>
          <a:spcPct val="0"/>
        </a:spcBef>
        <a:spcAft>
          <a:spcPct val="0"/>
        </a:spcAft>
        <a:defRPr sz="15100">
          <a:solidFill>
            <a:schemeClr val="tx2"/>
          </a:solidFill>
          <a:latin typeface="Arial" charset="0"/>
          <a:ea typeface="MS PGothic" panose="020B0600070205080204" pitchFamily="34" charset="-128"/>
          <a:cs typeface="ＭＳ Ｐゴシック" charset="-128"/>
        </a:defRPr>
      </a:lvl3pPr>
      <a:lvl4pPr algn="ctr" defTabSz="3135313" rtl="0" eaLnBrk="0" fontAlgn="base" hangingPunct="0">
        <a:spcBef>
          <a:spcPct val="0"/>
        </a:spcBef>
        <a:spcAft>
          <a:spcPct val="0"/>
        </a:spcAft>
        <a:defRPr sz="15100">
          <a:solidFill>
            <a:schemeClr val="tx2"/>
          </a:solidFill>
          <a:latin typeface="Arial" charset="0"/>
          <a:ea typeface="MS PGothic" panose="020B0600070205080204" pitchFamily="34" charset="-128"/>
          <a:cs typeface="ＭＳ Ｐゴシック" charset="-128"/>
        </a:defRPr>
      </a:lvl4pPr>
      <a:lvl5pPr algn="ctr" defTabSz="3135313" rtl="0" eaLnBrk="0" fontAlgn="base" hangingPunct="0">
        <a:spcBef>
          <a:spcPct val="0"/>
        </a:spcBef>
        <a:spcAft>
          <a:spcPct val="0"/>
        </a:spcAft>
        <a:defRPr sz="15100">
          <a:solidFill>
            <a:schemeClr val="tx2"/>
          </a:solidFill>
          <a:latin typeface="Arial" charset="0"/>
          <a:ea typeface="MS PGothic" panose="020B0600070205080204" pitchFamily="34" charset="-128"/>
          <a:cs typeface="ＭＳ Ｐゴシック" charset="-128"/>
        </a:defRPr>
      </a:lvl5pPr>
      <a:lvl6pPr marL="457200" algn="ctr" defTabSz="3135313" rtl="0" fontAlgn="base">
        <a:spcBef>
          <a:spcPct val="0"/>
        </a:spcBef>
        <a:spcAft>
          <a:spcPct val="0"/>
        </a:spcAft>
        <a:defRPr sz="15100">
          <a:solidFill>
            <a:schemeClr val="tx2"/>
          </a:solidFill>
          <a:latin typeface="Arial" charset="0"/>
        </a:defRPr>
      </a:lvl6pPr>
      <a:lvl7pPr marL="914400" algn="ctr" defTabSz="3135313" rtl="0" fontAlgn="base">
        <a:spcBef>
          <a:spcPct val="0"/>
        </a:spcBef>
        <a:spcAft>
          <a:spcPct val="0"/>
        </a:spcAft>
        <a:defRPr sz="15100">
          <a:solidFill>
            <a:schemeClr val="tx2"/>
          </a:solidFill>
          <a:latin typeface="Arial" charset="0"/>
        </a:defRPr>
      </a:lvl7pPr>
      <a:lvl8pPr marL="1371600" algn="ctr" defTabSz="3135313" rtl="0" fontAlgn="base">
        <a:spcBef>
          <a:spcPct val="0"/>
        </a:spcBef>
        <a:spcAft>
          <a:spcPct val="0"/>
        </a:spcAft>
        <a:defRPr sz="15100">
          <a:solidFill>
            <a:schemeClr val="tx2"/>
          </a:solidFill>
          <a:latin typeface="Arial" charset="0"/>
        </a:defRPr>
      </a:lvl8pPr>
      <a:lvl9pPr marL="1828800" algn="ctr" defTabSz="3135313" rtl="0" fontAlgn="base">
        <a:spcBef>
          <a:spcPct val="0"/>
        </a:spcBef>
        <a:spcAft>
          <a:spcPct val="0"/>
        </a:spcAft>
        <a:defRPr sz="15100">
          <a:solidFill>
            <a:schemeClr val="tx2"/>
          </a:solidFill>
          <a:latin typeface="Arial" charset="0"/>
        </a:defRPr>
      </a:lvl9pPr>
    </p:titleStyle>
    <p:bodyStyle>
      <a:lvl1pPr marL="1176338" indent="-1176338" algn="l" defTabSz="3135313" rtl="0" eaLnBrk="0" fontAlgn="base" hangingPunct="0">
        <a:spcBef>
          <a:spcPct val="20000"/>
        </a:spcBef>
        <a:spcAft>
          <a:spcPct val="0"/>
        </a:spcAft>
        <a:buChar char="•"/>
        <a:defRPr sz="11000">
          <a:solidFill>
            <a:schemeClr val="tx1"/>
          </a:solidFill>
          <a:latin typeface="+mn-lt"/>
          <a:ea typeface="MS PGothic" panose="020B0600070205080204" pitchFamily="34" charset="-128"/>
          <a:cs typeface="ＭＳ Ｐゴシック" charset="-128"/>
        </a:defRPr>
      </a:lvl1pPr>
      <a:lvl2pPr marL="2547938" indent="-981075" algn="l" defTabSz="3135313" rtl="0" eaLnBrk="0" fontAlgn="base" hangingPunct="0">
        <a:spcBef>
          <a:spcPct val="20000"/>
        </a:spcBef>
        <a:spcAft>
          <a:spcPct val="0"/>
        </a:spcAft>
        <a:buChar char="–"/>
        <a:defRPr sz="9600">
          <a:solidFill>
            <a:schemeClr val="tx1"/>
          </a:solidFill>
          <a:latin typeface="+mn-lt"/>
          <a:ea typeface="MS PGothic" panose="020B0600070205080204" pitchFamily="34" charset="-128"/>
        </a:defRPr>
      </a:lvl2pPr>
      <a:lvl3pPr marL="3919538" indent="-784225" algn="l" defTabSz="3135313" rtl="0" eaLnBrk="0" fontAlgn="base" hangingPunct="0">
        <a:spcBef>
          <a:spcPct val="20000"/>
        </a:spcBef>
        <a:spcAft>
          <a:spcPct val="0"/>
        </a:spcAft>
        <a:buChar char="•"/>
        <a:defRPr sz="8200">
          <a:solidFill>
            <a:schemeClr val="tx1"/>
          </a:solidFill>
          <a:latin typeface="+mn-lt"/>
          <a:ea typeface="MS PGothic" panose="020B0600070205080204" pitchFamily="34" charset="-128"/>
        </a:defRPr>
      </a:lvl3pPr>
      <a:lvl4pPr marL="5486400" indent="-784225" algn="l" defTabSz="3135313" rtl="0" eaLnBrk="0" fontAlgn="base" hangingPunct="0">
        <a:spcBef>
          <a:spcPct val="20000"/>
        </a:spcBef>
        <a:spcAft>
          <a:spcPct val="0"/>
        </a:spcAft>
        <a:buChar char="–"/>
        <a:defRPr sz="6900">
          <a:solidFill>
            <a:schemeClr val="tx1"/>
          </a:solidFill>
          <a:latin typeface="+mn-lt"/>
          <a:ea typeface="MS PGothic" panose="020B0600070205080204" pitchFamily="34" charset="-128"/>
        </a:defRPr>
      </a:lvl4pPr>
      <a:lvl5pPr marL="7053263" indent="-782638" algn="l" defTabSz="3135313" rtl="0" eaLnBrk="0" fontAlgn="base" hangingPunct="0">
        <a:spcBef>
          <a:spcPct val="20000"/>
        </a:spcBef>
        <a:spcAft>
          <a:spcPct val="0"/>
        </a:spcAft>
        <a:buChar char="»"/>
        <a:defRPr sz="6900">
          <a:solidFill>
            <a:schemeClr val="tx1"/>
          </a:solidFill>
          <a:latin typeface="+mn-lt"/>
          <a:ea typeface="MS PGothic" panose="020B0600070205080204" pitchFamily="34" charset="-128"/>
        </a:defRPr>
      </a:lvl5pPr>
      <a:lvl6pPr marL="7510463" indent="-782638" algn="l" defTabSz="3135313" rtl="0" fontAlgn="base">
        <a:spcBef>
          <a:spcPct val="20000"/>
        </a:spcBef>
        <a:spcAft>
          <a:spcPct val="0"/>
        </a:spcAft>
        <a:buChar char="»"/>
        <a:defRPr sz="6900">
          <a:solidFill>
            <a:schemeClr val="tx1"/>
          </a:solidFill>
          <a:latin typeface="+mn-lt"/>
          <a:ea typeface="ＭＳ Ｐゴシック" charset="-128"/>
        </a:defRPr>
      </a:lvl6pPr>
      <a:lvl7pPr marL="7967663" indent="-782638" algn="l" defTabSz="3135313" rtl="0" fontAlgn="base">
        <a:spcBef>
          <a:spcPct val="20000"/>
        </a:spcBef>
        <a:spcAft>
          <a:spcPct val="0"/>
        </a:spcAft>
        <a:buChar char="»"/>
        <a:defRPr sz="6900">
          <a:solidFill>
            <a:schemeClr val="tx1"/>
          </a:solidFill>
          <a:latin typeface="+mn-lt"/>
          <a:ea typeface="ＭＳ Ｐゴシック" charset="-128"/>
        </a:defRPr>
      </a:lvl7pPr>
      <a:lvl8pPr marL="8424863" indent="-782638" algn="l" defTabSz="3135313" rtl="0" fontAlgn="base">
        <a:spcBef>
          <a:spcPct val="20000"/>
        </a:spcBef>
        <a:spcAft>
          <a:spcPct val="0"/>
        </a:spcAft>
        <a:buChar char="»"/>
        <a:defRPr sz="6900">
          <a:solidFill>
            <a:schemeClr val="tx1"/>
          </a:solidFill>
          <a:latin typeface="+mn-lt"/>
          <a:ea typeface="ＭＳ Ｐゴシック" charset="-128"/>
        </a:defRPr>
      </a:lvl8pPr>
      <a:lvl9pPr marL="8882063" indent="-782638" algn="l" defTabSz="3135313" rtl="0" fontAlgn="base">
        <a:spcBef>
          <a:spcPct val="20000"/>
        </a:spcBef>
        <a:spcAft>
          <a:spcPct val="0"/>
        </a:spcAft>
        <a:buChar char="»"/>
        <a:defRPr sz="69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2.jpe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58">
            <a:extLst>
              <a:ext uri="{FF2B5EF4-FFF2-40B4-BE49-F238E27FC236}">
                <a16:creationId xmlns:a16="http://schemas.microsoft.com/office/drawing/2014/main" id="{64077228-FCB1-482A-7C52-0D64099D3843}"/>
              </a:ext>
            </a:extLst>
          </p:cNvPr>
          <p:cNvSpPr txBox="1">
            <a:spLocks noChangeArrowheads="1"/>
          </p:cNvSpPr>
          <p:nvPr/>
        </p:nvSpPr>
        <p:spPr bwMode="auto">
          <a:xfrm>
            <a:off x="0" y="-7938"/>
            <a:ext cx="32918400" cy="2271713"/>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endParaRPr lang="en-US" altLang="en-US" sz="3400" b="1">
              <a:solidFill>
                <a:schemeClr val="bg1"/>
              </a:solidFill>
              <a:latin typeface="Times New Roman" panose="02020603050405020304" pitchFamily="18" charset="0"/>
              <a:cs typeface="Times New Roman" panose="02020603050405020304" pitchFamily="18" charset="0"/>
            </a:endParaRPr>
          </a:p>
        </p:txBody>
      </p:sp>
      <p:sp>
        <p:nvSpPr>
          <p:cNvPr id="17" name="Rectangle 3">
            <a:extLst>
              <a:ext uri="{FF2B5EF4-FFF2-40B4-BE49-F238E27FC236}">
                <a16:creationId xmlns:a16="http://schemas.microsoft.com/office/drawing/2014/main" id="{5F7255DE-83A9-0448-42CE-20187B454937}"/>
              </a:ext>
            </a:extLst>
          </p:cNvPr>
          <p:cNvSpPr/>
          <p:nvPr/>
        </p:nvSpPr>
        <p:spPr>
          <a:xfrm>
            <a:off x="5745163" y="24822150"/>
            <a:ext cx="4854575" cy="2293938"/>
          </a:xfrm>
          <a:prstGeom prst="roundRect">
            <a:avLst/>
          </a:prstGeom>
          <a:solidFill>
            <a:srgbClr val="C6D1E8"/>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dirty="0"/>
          </a:p>
        </p:txBody>
      </p:sp>
      <p:sp>
        <p:nvSpPr>
          <p:cNvPr id="18" name="Rectangle 3">
            <a:extLst>
              <a:ext uri="{FF2B5EF4-FFF2-40B4-BE49-F238E27FC236}">
                <a16:creationId xmlns:a16="http://schemas.microsoft.com/office/drawing/2014/main" id="{1F9494EA-63B7-A671-5497-D23BDF0D5E18}"/>
              </a:ext>
            </a:extLst>
          </p:cNvPr>
          <p:cNvSpPr/>
          <p:nvPr/>
        </p:nvSpPr>
        <p:spPr>
          <a:xfrm>
            <a:off x="522288" y="24822150"/>
            <a:ext cx="4856162" cy="2293938"/>
          </a:xfrm>
          <a:prstGeom prst="roundRect">
            <a:avLst/>
          </a:prstGeom>
          <a:solidFill>
            <a:srgbClr val="C6D1E8"/>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dirty="0"/>
          </a:p>
        </p:txBody>
      </p:sp>
      <p:sp>
        <p:nvSpPr>
          <p:cNvPr id="19" name="Rectangle 3">
            <a:extLst>
              <a:ext uri="{FF2B5EF4-FFF2-40B4-BE49-F238E27FC236}">
                <a16:creationId xmlns:a16="http://schemas.microsoft.com/office/drawing/2014/main" id="{DF4EBE9D-1E32-C7B7-87E2-DE8C10883148}"/>
              </a:ext>
            </a:extLst>
          </p:cNvPr>
          <p:cNvSpPr/>
          <p:nvPr/>
        </p:nvSpPr>
        <p:spPr>
          <a:xfrm>
            <a:off x="5800725" y="22153563"/>
            <a:ext cx="4856163" cy="2293937"/>
          </a:xfrm>
          <a:prstGeom prst="roundRect">
            <a:avLst/>
          </a:prstGeom>
          <a:solidFill>
            <a:srgbClr val="C6D1E8"/>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dirty="0"/>
          </a:p>
        </p:txBody>
      </p:sp>
      <p:grpSp>
        <p:nvGrpSpPr>
          <p:cNvPr id="3078" name="Group 497">
            <a:extLst>
              <a:ext uri="{FF2B5EF4-FFF2-40B4-BE49-F238E27FC236}">
                <a16:creationId xmlns:a16="http://schemas.microsoft.com/office/drawing/2014/main" id="{49AFA99C-4C9E-5A27-AC52-7C716F10C40F}"/>
              </a:ext>
            </a:extLst>
          </p:cNvPr>
          <p:cNvGrpSpPr>
            <a:grpSpLocks/>
          </p:cNvGrpSpPr>
          <p:nvPr/>
        </p:nvGrpSpPr>
        <p:grpSpPr bwMode="auto">
          <a:xfrm>
            <a:off x="3076575" y="269875"/>
            <a:ext cx="26173113" cy="1860550"/>
            <a:chOff x="176" y="1273"/>
            <a:chExt cx="12812" cy="1172"/>
          </a:xfrm>
        </p:grpSpPr>
        <p:sp>
          <p:nvSpPr>
            <p:cNvPr id="3130" name="Text Box 55">
              <a:extLst>
                <a:ext uri="{FF2B5EF4-FFF2-40B4-BE49-F238E27FC236}">
                  <a16:creationId xmlns:a16="http://schemas.microsoft.com/office/drawing/2014/main" id="{5EF243FB-50D1-93B1-CB25-5CCEA2BA067A}"/>
                </a:ext>
              </a:extLst>
            </p:cNvPr>
            <p:cNvSpPr txBox="1">
              <a:spLocks noChangeArrowheads="1"/>
            </p:cNvSpPr>
            <p:nvPr/>
          </p:nvSpPr>
          <p:spPr bwMode="auto">
            <a:xfrm>
              <a:off x="176" y="1273"/>
              <a:ext cx="12812"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200" b="1">
                  <a:latin typeface="Times New Roman" panose="02020603050405020304" pitchFamily="18" charset="0"/>
                  <a:cs typeface="Times New Roman" panose="02020603050405020304" pitchFamily="18" charset="0"/>
                </a:rPr>
                <a:t>Optimizing Multi-Layer Radiation Absorbing Materials: Advanced Algorithmic Solutions</a:t>
              </a:r>
            </a:p>
          </p:txBody>
        </p:sp>
        <p:sp>
          <p:nvSpPr>
            <p:cNvPr id="3131" name="Text Box 481">
              <a:extLst>
                <a:ext uri="{FF2B5EF4-FFF2-40B4-BE49-F238E27FC236}">
                  <a16:creationId xmlns:a16="http://schemas.microsoft.com/office/drawing/2014/main" id="{7F756215-11C8-2810-BB1C-4E0AEC223D55}"/>
                </a:ext>
              </a:extLst>
            </p:cNvPr>
            <p:cNvSpPr txBox="1">
              <a:spLocks noChangeArrowheads="1"/>
            </p:cNvSpPr>
            <p:nvPr/>
          </p:nvSpPr>
          <p:spPr bwMode="auto">
            <a:xfrm>
              <a:off x="2246" y="1804"/>
              <a:ext cx="8976"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ts val="538"/>
                </a:spcBef>
                <a:buFontTx/>
                <a:buNone/>
              </a:pPr>
              <a:r>
                <a:rPr lang="en-US" altLang="en-US" sz="2800">
                  <a:latin typeface="Times New Roman" panose="02020603050405020304" pitchFamily="18" charset="0"/>
                  <a:cs typeface="Times New Roman" panose="02020603050405020304" pitchFamily="18" charset="0"/>
                </a:rPr>
                <a:t>Project Engineers: Joseph Antonucci, Abegale Jones, Tegan Carr</a:t>
              </a:r>
            </a:p>
            <a:p>
              <a:pPr algn="ctr" eaLnBrk="1" hangingPunct="1">
                <a:spcBef>
                  <a:spcPts val="538"/>
                </a:spcBef>
                <a:buFontTx/>
                <a:buNone/>
              </a:pPr>
              <a:r>
                <a:rPr lang="en-US" altLang="en-US" sz="2800">
                  <a:latin typeface="Times New Roman" panose="02020603050405020304" pitchFamily="18" charset="0"/>
                  <a:cs typeface="Times New Roman" panose="02020603050405020304" pitchFamily="18" charset="0"/>
                </a:rPr>
                <a:t>Project Advisor: Dr. Paul Leu, Dr. Quang Nguyen</a:t>
              </a:r>
            </a:p>
          </p:txBody>
        </p:sp>
      </p:grpSp>
      <p:sp>
        <p:nvSpPr>
          <p:cNvPr id="3079" name="Text Box 58">
            <a:extLst>
              <a:ext uri="{FF2B5EF4-FFF2-40B4-BE49-F238E27FC236}">
                <a16:creationId xmlns:a16="http://schemas.microsoft.com/office/drawing/2014/main" id="{790A1389-F048-23AA-B13D-B460E5FF7C17}"/>
              </a:ext>
            </a:extLst>
          </p:cNvPr>
          <p:cNvSpPr txBox="1">
            <a:spLocks noChangeArrowheads="1"/>
          </p:cNvSpPr>
          <p:nvPr/>
        </p:nvSpPr>
        <p:spPr bwMode="auto">
          <a:xfrm>
            <a:off x="409575" y="2571750"/>
            <a:ext cx="10469563" cy="608013"/>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3600" b="1">
                <a:latin typeface="Times New Roman" panose="02020603050405020304" pitchFamily="18" charset="0"/>
                <a:cs typeface="Times New Roman" panose="02020603050405020304" pitchFamily="18" charset="0"/>
              </a:rPr>
              <a:t>Abstract</a:t>
            </a:r>
          </a:p>
        </p:txBody>
      </p:sp>
      <p:sp>
        <p:nvSpPr>
          <p:cNvPr id="3080" name="Text Box 492">
            <a:extLst>
              <a:ext uri="{FF2B5EF4-FFF2-40B4-BE49-F238E27FC236}">
                <a16:creationId xmlns:a16="http://schemas.microsoft.com/office/drawing/2014/main" id="{EDAE16A8-BF46-313E-323C-C2DB7AA7EFBF}"/>
              </a:ext>
            </a:extLst>
          </p:cNvPr>
          <p:cNvSpPr txBox="1">
            <a:spLocks noChangeArrowheads="1"/>
          </p:cNvSpPr>
          <p:nvPr/>
        </p:nvSpPr>
        <p:spPr bwMode="auto">
          <a:xfrm>
            <a:off x="300038" y="8720138"/>
            <a:ext cx="106553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just" eaLnBrk="1" hangingPunct="1">
              <a:spcBef>
                <a:spcPct val="50000"/>
              </a:spcBef>
              <a:buFontTx/>
              <a:buNone/>
            </a:pPr>
            <a:r>
              <a:rPr lang="en-US" altLang="en-US" sz="2500">
                <a:latin typeface="Times New Roman" panose="02020603050405020304" pitchFamily="18" charset="0"/>
                <a:cs typeface="Times New Roman" panose="02020603050405020304" pitchFamily="18" charset="0"/>
              </a:rPr>
              <a:t>RAM are crucial for managing electromagnetic waves, especially those related to radar systems, and have vast applications in industries like military and defense, aerospace, electronics, and telecommunications. RAM help reduce radar cross-section in defense applications and minimize electromagnetic interference in communication systems. </a:t>
            </a:r>
          </a:p>
        </p:txBody>
      </p:sp>
      <p:sp>
        <p:nvSpPr>
          <p:cNvPr id="3081" name="Text Box 492">
            <a:extLst>
              <a:ext uri="{FF2B5EF4-FFF2-40B4-BE49-F238E27FC236}">
                <a16:creationId xmlns:a16="http://schemas.microsoft.com/office/drawing/2014/main" id="{A198417D-12DC-1B64-1795-F4AE359DF4EF}"/>
              </a:ext>
            </a:extLst>
          </p:cNvPr>
          <p:cNvSpPr txBox="1">
            <a:spLocks noChangeArrowheads="1"/>
          </p:cNvSpPr>
          <p:nvPr/>
        </p:nvSpPr>
        <p:spPr bwMode="auto">
          <a:xfrm>
            <a:off x="5284788" y="14160500"/>
            <a:ext cx="5556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1800" b="1" i="1">
                <a:latin typeface="Times New Roman" panose="02020603050405020304" pitchFamily="18" charset="0"/>
                <a:cs typeface="Times New Roman" panose="02020603050405020304" pitchFamily="18" charset="0"/>
              </a:rPr>
              <a:t>Figure 2</a:t>
            </a:r>
            <a:r>
              <a:rPr lang="en-US" altLang="en-US" sz="1800" i="1">
                <a:latin typeface="Times New Roman" panose="02020603050405020304" pitchFamily="18" charset="0"/>
                <a:cs typeface="Times New Roman" panose="02020603050405020304" pitchFamily="18" charset="0"/>
              </a:rPr>
              <a:t>: Close up of Electronic Device [2]</a:t>
            </a:r>
          </a:p>
        </p:txBody>
      </p:sp>
      <p:sp>
        <p:nvSpPr>
          <p:cNvPr id="3082" name="Text Box 492">
            <a:extLst>
              <a:ext uri="{FF2B5EF4-FFF2-40B4-BE49-F238E27FC236}">
                <a16:creationId xmlns:a16="http://schemas.microsoft.com/office/drawing/2014/main" id="{28CEBAE9-8E3E-1D6C-1AE2-FCB1F485319F}"/>
              </a:ext>
            </a:extLst>
          </p:cNvPr>
          <p:cNvSpPr txBox="1">
            <a:spLocks noChangeArrowheads="1"/>
          </p:cNvSpPr>
          <p:nvPr/>
        </p:nvSpPr>
        <p:spPr bwMode="auto">
          <a:xfrm>
            <a:off x="430213" y="14128750"/>
            <a:ext cx="4660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1800" b="1" i="1">
                <a:latin typeface="Times New Roman" panose="02020603050405020304" pitchFamily="18" charset="0"/>
                <a:cs typeface="Times New Roman" panose="02020603050405020304" pitchFamily="18" charset="0"/>
              </a:rPr>
              <a:t>Figure 1</a:t>
            </a:r>
            <a:r>
              <a:rPr lang="en-US" altLang="en-US" sz="1800" i="1">
                <a:latin typeface="Times New Roman" panose="02020603050405020304" pitchFamily="18" charset="0"/>
                <a:cs typeface="Times New Roman" panose="02020603050405020304" pitchFamily="18" charset="0"/>
              </a:rPr>
              <a:t>: U.S. Air Force F35 A [1]</a:t>
            </a:r>
          </a:p>
        </p:txBody>
      </p:sp>
      <p:sp>
        <p:nvSpPr>
          <p:cNvPr id="3083" name="Text Box 492">
            <a:extLst>
              <a:ext uri="{FF2B5EF4-FFF2-40B4-BE49-F238E27FC236}">
                <a16:creationId xmlns:a16="http://schemas.microsoft.com/office/drawing/2014/main" id="{D20EC563-CE5A-CECE-12AF-7F936C086761}"/>
              </a:ext>
            </a:extLst>
          </p:cNvPr>
          <p:cNvSpPr txBox="1">
            <a:spLocks noChangeArrowheads="1"/>
          </p:cNvSpPr>
          <p:nvPr/>
        </p:nvSpPr>
        <p:spPr bwMode="auto">
          <a:xfrm>
            <a:off x="334963" y="18537238"/>
            <a:ext cx="104997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just" eaLnBrk="1" hangingPunct="1">
              <a:spcBef>
                <a:spcPct val="50000"/>
              </a:spcBef>
              <a:buFontTx/>
              <a:buNone/>
            </a:pPr>
            <a:r>
              <a:rPr lang="en-US" altLang="en-US" sz="2500">
                <a:latin typeface="Times New Roman" panose="02020603050405020304" pitchFamily="18" charset="0"/>
                <a:cs typeface="Times New Roman" panose="02020603050405020304" pitchFamily="18" charset="0"/>
              </a:rPr>
              <a:t>The objective of this project was to optimize the design and performance of multilayered RAM by employing advanced computational algorithms. Specifically, the project aimed to determine the optimal arrangement and thicknesses of multiple layers to achieve maximum absorption efficiency across a broad frequency range. By integrating techniques such as genetic algorithms and Bayesian optimization, the project sought to significantly enhance the material’s effectiveness for stealth technology.</a:t>
            </a:r>
          </a:p>
        </p:txBody>
      </p:sp>
      <p:sp>
        <p:nvSpPr>
          <p:cNvPr id="3084" name="TextBox 1">
            <a:extLst>
              <a:ext uri="{FF2B5EF4-FFF2-40B4-BE49-F238E27FC236}">
                <a16:creationId xmlns:a16="http://schemas.microsoft.com/office/drawing/2014/main" id="{1D2A49EB-16CF-7AFB-429B-A3D136D7CD9D}"/>
              </a:ext>
            </a:extLst>
          </p:cNvPr>
          <p:cNvSpPr txBox="1">
            <a:spLocks noChangeArrowheads="1"/>
          </p:cNvSpPr>
          <p:nvPr/>
        </p:nvSpPr>
        <p:spPr bwMode="auto">
          <a:xfrm>
            <a:off x="11147425" y="12968288"/>
            <a:ext cx="10355263"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r>
              <a:rPr lang="en-US" altLang="en-US" sz="2500">
                <a:latin typeface="Times New Roman" panose="02020603050405020304" pitchFamily="18" charset="0"/>
                <a:cs typeface="Times New Roman" panose="02020603050405020304" pitchFamily="18" charset="0"/>
              </a:rPr>
              <a:t>In addition to using genetic algorithms, we also leveraged Bayesian optimization, employing MATLAB's Probability and Statistics Toolbox. By developing a Bayesian optimization code, we compared multiple optimization techniques to identify the most effective approach for enhancing the performance of multilayered RAM.</a:t>
            </a:r>
          </a:p>
        </p:txBody>
      </p:sp>
      <p:pic>
        <p:nvPicPr>
          <p:cNvPr id="3085" name="Picture 74" descr="A close up of a cell phone&#10;&#10;Description automatically generated">
            <a:extLst>
              <a:ext uri="{FF2B5EF4-FFF2-40B4-BE49-F238E27FC236}">
                <a16:creationId xmlns:a16="http://schemas.microsoft.com/office/drawing/2014/main" id="{8EBB384A-07C8-BDFD-A025-A24A841218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6688" y="10760075"/>
            <a:ext cx="5519737"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EB3DB542-3268-A1D4-3434-8FDFC2B2231E}"/>
              </a:ext>
            </a:extLst>
          </p:cNvPr>
          <p:cNvSpPr/>
          <p:nvPr/>
        </p:nvSpPr>
        <p:spPr>
          <a:xfrm>
            <a:off x="533400" y="22153563"/>
            <a:ext cx="4856163" cy="2293937"/>
          </a:xfrm>
          <a:prstGeom prst="roundRect">
            <a:avLst/>
          </a:prstGeom>
          <a:solidFill>
            <a:srgbClr val="C6D1E8"/>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dirty="0"/>
          </a:p>
        </p:txBody>
      </p:sp>
      <p:sp>
        <p:nvSpPr>
          <p:cNvPr id="3087" name="TextBox 13">
            <a:extLst>
              <a:ext uri="{FF2B5EF4-FFF2-40B4-BE49-F238E27FC236}">
                <a16:creationId xmlns:a16="http://schemas.microsoft.com/office/drawing/2014/main" id="{BB36B3BE-9F5B-C232-FC53-72F1C216C2C1}"/>
              </a:ext>
            </a:extLst>
          </p:cNvPr>
          <p:cNvSpPr txBox="1">
            <a:spLocks noChangeArrowheads="1"/>
          </p:cNvSpPr>
          <p:nvPr/>
        </p:nvSpPr>
        <p:spPr bwMode="auto">
          <a:xfrm>
            <a:off x="522288" y="22288500"/>
            <a:ext cx="486727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1000">
                <a:solidFill>
                  <a:schemeClr val="tx1"/>
                </a:solidFill>
                <a:latin typeface="Arial" panose="020B0604020202020204" pitchFamily="34" charset="0"/>
                <a:ea typeface="MS PGothic" panose="020B0600070205080204" pitchFamily="34" charset="-128"/>
              </a:defRPr>
            </a:lvl1pPr>
            <a:lvl2pPr marL="2547938" indent="-981075">
              <a:spcBef>
                <a:spcPct val="20000"/>
              </a:spcBef>
              <a:buChar char="–"/>
              <a:defRPr sz="9600">
                <a:solidFill>
                  <a:schemeClr val="tx1"/>
                </a:solidFill>
                <a:latin typeface="Arial" panose="020B0604020202020204" pitchFamily="34" charset="0"/>
                <a:ea typeface="MS PGothic" panose="020B0600070205080204" pitchFamily="34" charset="-128"/>
              </a:defRPr>
            </a:lvl2pPr>
            <a:lvl3pPr marL="3919538" indent="-784225">
              <a:spcBef>
                <a:spcPct val="20000"/>
              </a:spcBef>
              <a:buChar char="•"/>
              <a:defRPr sz="8200">
                <a:solidFill>
                  <a:schemeClr val="tx1"/>
                </a:solidFill>
                <a:latin typeface="Arial" panose="020B0604020202020204" pitchFamily="34" charset="0"/>
                <a:ea typeface="MS PGothic" panose="020B0600070205080204" pitchFamily="34" charset="-128"/>
              </a:defRPr>
            </a:lvl3pPr>
            <a:lvl4pPr marL="5486400" indent="-784225">
              <a:spcBef>
                <a:spcPct val="20000"/>
              </a:spcBef>
              <a:buChar char="–"/>
              <a:defRPr sz="6900">
                <a:solidFill>
                  <a:schemeClr val="tx1"/>
                </a:solidFill>
                <a:latin typeface="Arial" panose="020B0604020202020204" pitchFamily="34" charset="0"/>
                <a:ea typeface="MS PGothic" panose="020B0600070205080204" pitchFamily="34" charset="-128"/>
              </a:defRPr>
            </a:lvl4pPr>
            <a:lvl5pPr marL="7053263" indent="-782638">
              <a:spcBef>
                <a:spcPct val="20000"/>
              </a:spcBef>
              <a:buChar char="»"/>
              <a:defRPr sz="6900">
                <a:solidFill>
                  <a:schemeClr val="tx1"/>
                </a:solidFill>
                <a:latin typeface="Arial" panose="020B0604020202020204" pitchFamily="34" charset="0"/>
                <a:ea typeface="MS PGothic" panose="020B0600070205080204" pitchFamily="34" charset="-128"/>
              </a:defRPr>
            </a:lvl5pPr>
            <a:lvl6pPr marL="75104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79676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84248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88820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500" b="1">
                <a:latin typeface="Times New Roman" panose="02020603050405020304" pitchFamily="18" charset="0"/>
                <a:cs typeface="Times New Roman" panose="02020603050405020304" pitchFamily="18" charset="0"/>
              </a:rPr>
              <a:t>Make a Template for Army Research Lab to Import Materials</a:t>
            </a:r>
          </a:p>
        </p:txBody>
      </p:sp>
      <p:sp>
        <p:nvSpPr>
          <p:cNvPr id="3088" name="TextBox 15">
            <a:extLst>
              <a:ext uri="{FF2B5EF4-FFF2-40B4-BE49-F238E27FC236}">
                <a16:creationId xmlns:a16="http://schemas.microsoft.com/office/drawing/2014/main" id="{7A80C2F3-9522-BA47-D54F-CD6EDC958AE8}"/>
              </a:ext>
            </a:extLst>
          </p:cNvPr>
          <p:cNvSpPr txBox="1">
            <a:spLocks noChangeArrowheads="1"/>
          </p:cNvSpPr>
          <p:nvPr/>
        </p:nvSpPr>
        <p:spPr bwMode="auto">
          <a:xfrm>
            <a:off x="706438" y="23136225"/>
            <a:ext cx="4724400"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11000">
                <a:solidFill>
                  <a:schemeClr val="tx1"/>
                </a:solidFill>
                <a:latin typeface="Arial" panose="020B0604020202020204" pitchFamily="34" charset="0"/>
                <a:ea typeface="MS PGothic" panose="020B0600070205080204" pitchFamily="34" charset="-128"/>
              </a:defRPr>
            </a:lvl1pPr>
            <a:lvl2pPr marL="2547938" indent="-981075">
              <a:spcBef>
                <a:spcPct val="20000"/>
              </a:spcBef>
              <a:buChar char="–"/>
              <a:defRPr sz="9600">
                <a:solidFill>
                  <a:schemeClr val="tx1"/>
                </a:solidFill>
                <a:latin typeface="Arial" panose="020B0604020202020204" pitchFamily="34" charset="0"/>
                <a:ea typeface="MS PGothic" panose="020B0600070205080204" pitchFamily="34" charset="-128"/>
              </a:defRPr>
            </a:lvl2pPr>
            <a:lvl3pPr marL="3919538" indent="-784225">
              <a:spcBef>
                <a:spcPct val="20000"/>
              </a:spcBef>
              <a:buChar char="•"/>
              <a:defRPr sz="8200">
                <a:solidFill>
                  <a:schemeClr val="tx1"/>
                </a:solidFill>
                <a:latin typeface="Arial" panose="020B0604020202020204" pitchFamily="34" charset="0"/>
                <a:ea typeface="MS PGothic" panose="020B0600070205080204" pitchFamily="34" charset="-128"/>
              </a:defRPr>
            </a:lvl3pPr>
            <a:lvl4pPr marL="5486400" indent="-784225">
              <a:spcBef>
                <a:spcPct val="20000"/>
              </a:spcBef>
              <a:buChar char="–"/>
              <a:defRPr sz="6900">
                <a:solidFill>
                  <a:schemeClr val="tx1"/>
                </a:solidFill>
                <a:latin typeface="Arial" panose="020B0604020202020204" pitchFamily="34" charset="0"/>
                <a:ea typeface="MS PGothic" panose="020B0600070205080204" pitchFamily="34" charset="-128"/>
              </a:defRPr>
            </a:lvl4pPr>
            <a:lvl5pPr marL="7053263" indent="-782638">
              <a:spcBef>
                <a:spcPct val="20000"/>
              </a:spcBef>
              <a:buChar char="»"/>
              <a:defRPr sz="6900">
                <a:solidFill>
                  <a:schemeClr val="tx1"/>
                </a:solidFill>
                <a:latin typeface="Arial" panose="020B0604020202020204" pitchFamily="34" charset="0"/>
                <a:ea typeface="MS PGothic" panose="020B0600070205080204" pitchFamily="34" charset="-128"/>
              </a:defRPr>
            </a:lvl5pPr>
            <a:lvl6pPr marL="75104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79676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84248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88820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r>
              <a:rPr lang="en-US" altLang="en-US" sz="2400">
                <a:latin typeface="Times New Roman" panose="02020603050405020304" pitchFamily="18" charset="0"/>
                <a:cs typeface="Times New Roman" panose="02020603050405020304" pitchFamily="18" charset="0"/>
              </a:rPr>
              <a:t>Import 16 fictious materials </a:t>
            </a:r>
          </a:p>
          <a:p>
            <a:pPr eaLnBrk="1" hangingPunct="1">
              <a:spcBef>
                <a:spcPct val="0"/>
              </a:spcBef>
            </a:pPr>
            <a:r>
              <a:rPr lang="en-US" altLang="en-US" sz="2400">
                <a:latin typeface="Times New Roman" panose="02020603050405020304" pitchFamily="18" charset="0"/>
                <a:cs typeface="Times New Roman" panose="02020603050405020304" pitchFamily="18" charset="0"/>
              </a:rPr>
              <a:t>Create air and PEC layers surrounding material</a:t>
            </a:r>
          </a:p>
        </p:txBody>
      </p:sp>
      <p:sp>
        <p:nvSpPr>
          <p:cNvPr id="10" name="TextBox 6">
            <a:extLst>
              <a:ext uri="{FF2B5EF4-FFF2-40B4-BE49-F238E27FC236}">
                <a16:creationId xmlns:a16="http://schemas.microsoft.com/office/drawing/2014/main" id="{E65FAFF1-EF06-4257-FEEE-DC8C04A6D054}"/>
              </a:ext>
            </a:extLst>
          </p:cNvPr>
          <p:cNvSpPr txBox="1"/>
          <p:nvPr/>
        </p:nvSpPr>
        <p:spPr>
          <a:xfrm>
            <a:off x="5813425" y="22288500"/>
            <a:ext cx="4786313" cy="860425"/>
          </a:xfrm>
          <a:prstGeom prst="rect">
            <a:avLst/>
          </a:prstGeom>
          <a:noFill/>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500" b="1" dirty="0">
                <a:latin typeface="Times New Roman" panose="02020603050405020304" pitchFamily="18" charset="0"/>
                <a:ea typeface="+mn-lt"/>
                <a:cs typeface="Times New Roman" panose="02020603050405020304" pitchFamily="18" charset="0"/>
              </a:rPr>
              <a:t>The Material Must be Thin and Easy to Manufacture</a:t>
            </a:r>
          </a:p>
        </p:txBody>
      </p:sp>
      <p:sp>
        <p:nvSpPr>
          <p:cNvPr id="3090" name="TextBox 8">
            <a:extLst>
              <a:ext uri="{FF2B5EF4-FFF2-40B4-BE49-F238E27FC236}">
                <a16:creationId xmlns:a16="http://schemas.microsoft.com/office/drawing/2014/main" id="{16F5DCAD-6C2C-C104-A792-F8490355DD7A}"/>
              </a:ext>
            </a:extLst>
          </p:cNvPr>
          <p:cNvSpPr txBox="1">
            <a:spLocks noChangeArrowheads="1"/>
          </p:cNvSpPr>
          <p:nvPr/>
        </p:nvSpPr>
        <p:spPr bwMode="auto">
          <a:xfrm>
            <a:off x="5981700" y="23120350"/>
            <a:ext cx="524192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11000">
                <a:solidFill>
                  <a:schemeClr val="tx1"/>
                </a:solidFill>
                <a:latin typeface="Arial" panose="020B0604020202020204" pitchFamily="34" charset="0"/>
                <a:ea typeface="MS PGothic" panose="020B0600070205080204" pitchFamily="34" charset="-128"/>
              </a:defRPr>
            </a:lvl1pPr>
            <a:lvl2pPr marL="2547938" indent="-981075">
              <a:spcBef>
                <a:spcPct val="20000"/>
              </a:spcBef>
              <a:buChar char="–"/>
              <a:defRPr sz="9600">
                <a:solidFill>
                  <a:schemeClr val="tx1"/>
                </a:solidFill>
                <a:latin typeface="Arial" panose="020B0604020202020204" pitchFamily="34" charset="0"/>
                <a:ea typeface="MS PGothic" panose="020B0600070205080204" pitchFamily="34" charset="-128"/>
              </a:defRPr>
            </a:lvl2pPr>
            <a:lvl3pPr marL="3919538" indent="-784225">
              <a:spcBef>
                <a:spcPct val="20000"/>
              </a:spcBef>
              <a:buChar char="•"/>
              <a:defRPr sz="8200">
                <a:solidFill>
                  <a:schemeClr val="tx1"/>
                </a:solidFill>
                <a:latin typeface="Arial" panose="020B0604020202020204" pitchFamily="34" charset="0"/>
                <a:ea typeface="MS PGothic" panose="020B0600070205080204" pitchFamily="34" charset="-128"/>
              </a:defRPr>
            </a:lvl3pPr>
            <a:lvl4pPr marL="5486400" indent="-784225">
              <a:spcBef>
                <a:spcPct val="20000"/>
              </a:spcBef>
              <a:buChar char="–"/>
              <a:defRPr sz="6900">
                <a:solidFill>
                  <a:schemeClr val="tx1"/>
                </a:solidFill>
                <a:latin typeface="Arial" panose="020B0604020202020204" pitchFamily="34" charset="0"/>
                <a:ea typeface="MS PGothic" panose="020B0600070205080204" pitchFamily="34" charset="-128"/>
              </a:defRPr>
            </a:lvl4pPr>
            <a:lvl5pPr marL="7053263" indent="-782638">
              <a:spcBef>
                <a:spcPct val="20000"/>
              </a:spcBef>
              <a:buChar char="»"/>
              <a:defRPr sz="6900">
                <a:solidFill>
                  <a:schemeClr val="tx1"/>
                </a:solidFill>
                <a:latin typeface="Arial" panose="020B0604020202020204" pitchFamily="34" charset="0"/>
                <a:ea typeface="MS PGothic" panose="020B0600070205080204" pitchFamily="34" charset="-128"/>
              </a:defRPr>
            </a:lvl5pPr>
            <a:lvl6pPr marL="75104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79676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84248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88820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r>
              <a:rPr lang="en-US" altLang="en-US" sz="2400">
                <a:latin typeface="Times New Roman" panose="02020603050405020304" pitchFamily="18" charset="0"/>
                <a:cs typeface="Times New Roman" panose="02020603050405020304" pitchFamily="18" charset="0"/>
              </a:rPr>
              <a:t>Maximum of 5 materials thick </a:t>
            </a:r>
          </a:p>
          <a:p>
            <a:pPr eaLnBrk="1" hangingPunct="1">
              <a:spcBef>
                <a:spcPct val="0"/>
              </a:spcBef>
            </a:pPr>
            <a:r>
              <a:rPr lang="en-US" altLang="en-US" sz="2400">
                <a:latin typeface="Times New Roman" panose="02020603050405020304" pitchFamily="18" charset="0"/>
                <a:cs typeface="Times New Roman" panose="02020603050405020304" pitchFamily="18" charset="0"/>
              </a:rPr>
              <a:t>Total material thickness &lt; 7 mm</a:t>
            </a:r>
          </a:p>
        </p:txBody>
      </p:sp>
      <p:sp>
        <p:nvSpPr>
          <p:cNvPr id="3091" name="TextBox 11">
            <a:extLst>
              <a:ext uri="{FF2B5EF4-FFF2-40B4-BE49-F238E27FC236}">
                <a16:creationId xmlns:a16="http://schemas.microsoft.com/office/drawing/2014/main" id="{BA36EBEA-DE38-C283-D513-CEF0C93ABDEF}"/>
              </a:ext>
            </a:extLst>
          </p:cNvPr>
          <p:cNvSpPr txBox="1">
            <a:spLocks noChangeArrowheads="1"/>
          </p:cNvSpPr>
          <p:nvPr/>
        </p:nvSpPr>
        <p:spPr bwMode="auto">
          <a:xfrm>
            <a:off x="533400" y="25088850"/>
            <a:ext cx="47926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1000">
                <a:solidFill>
                  <a:schemeClr val="tx1"/>
                </a:solidFill>
                <a:latin typeface="Arial" panose="020B0604020202020204" pitchFamily="34" charset="0"/>
                <a:ea typeface="MS PGothic" panose="020B0600070205080204" pitchFamily="34" charset="-128"/>
              </a:defRPr>
            </a:lvl1pPr>
            <a:lvl2pPr marL="2547938" indent="-981075">
              <a:spcBef>
                <a:spcPct val="20000"/>
              </a:spcBef>
              <a:buChar char="–"/>
              <a:defRPr sz="9600">
                <a:solidFill>
                  <a:schemeClr val="tx1"/>
                </a:solidFill>
                <a:latin typeface="Arial" panose="020B0604020202020204" pitchFamily="34" charset="0"/>
                <a:ea typeface="MS PGothic" panose="020B0600070205080204" pitchFamily="34" charset="-128"/>
              </a:defRPr>
            </a:lvl2pPr>
            <a:lvl3pPr marL="3919538" indent="-784225">
              <a:spcBef>
                <a:spcPct val="20000"/>
              </a:spcBef>
              <a:buChar char="•"/>
              <a:defRPr sz="8200">
                <a:solidFill>
                  <a:schemeClr val="tx1"/>
                </a:solidFill>
                <a:latin typeface="Arial" panose="020B0604020202020204" pitchFamily="34" charset="0"/>
                <a:ea typeface="MS PGothic" panose="020B0600070205080204" pitchFamily="34" charset="-128"/>
              </a:defRPr>
            </a:lvl3pPr>
            <a:lvl4pPr marL="5486400" indent="-784225">
              <a:spcBef>
                <a:spcPct val="20000"/>
              </a:spcBef>
              <a:buChar char="–"/>
              <a:defRPr sz="6900">
                <a:solidFill>
                  <a:schemeClr val="tx1"/>
                </a:solidFill>
                <a:latin typeface="Arial" panose="020B0604020202020204" pitchFamily="34" charset="0"/>
                <a:ea typeface="MS PGothic" panose="020B0600070205080204" pitchFamily="34" charset="-128"/>
              </a:defRPr>
            </a:lvl4pPr>
            <a:lvl5pPr marL="7053263" indent="-782638">
              <a:spcBef>
                <a:spcPct val="20000"/>
              </a:spcBef>
              <a:buChar char="»"/>
              <a:defRPr sz="6900">
                <a:solidFill>
                  <a:schemeClr val="tx1"/>
                </a:solidFill>
                <a:latin typeface="Arial" panose="020B0604020202020204" pitchFamily="34" charset="0"/>
                <a:ea typeface="MS PGothic" panose="020B0600070205080204" pitchFamily="34" charset="-128"/>
              </a:defRPr>
            </a:lvl5pPr>
            <a:lvl6pPr marL="75104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79676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84248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88820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500" b="1">
                <a:latin typeface="Times New Roman" panose="02020603050405020304" pitchFamily="18" charset="0"/>
                <a:cs typeface="Times New Roman" panose="02020603050405020304" pitchFamily="18" charset="0"/>
              </a:rPr>
              <a:t>Minimize Total Radar Reflection</a:t>
            </a:r>
          </a:p>
        </p:txBody>
      </p:sp>
      <p:sp>
        <p:nvSpPr>
          <p:cNvPr id="3092" name="TextBox 12">
            <a:extLst>
              <a:ext uri="{FF2B5EF4-FFF2-40B4-BE49-F238E27FC236}">
                <a16:creationId xmlns:a16="http://schemas.microsoft.com/office/drawing/2014/main" id="{65302922-3C84-F9E3-2621-24012286FD3D}"/>
              </a:ext>
            </a:extLst>
          </p:cNvPr>
          <p:cNvSpPr txBox="1">
            <a:spLocks noChangeArrowheads="1"/>
          </p:cNvSpPr>
          <p:nvPr/>
        </p:nvSpPr>
        <p:spPr bwMode="auto">
          <a:xfrm>
            <a:off x="682625" y="25679400"/>
            <a:ext cx="4814888"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11000">
                <a:solidFill>
                  <a:schemeClr val="tx1"/>
                </a:solidFill>
                <a:latin typeface="Arial" panose="020B0604020202020204" pitchFamily="34" charset="0"/>
                <a:ea typeface="MS PGothic" panose="020B0600070205080204" pitchFamily="34" charset="-128"/>
              </a:defRPr>
            </a:lvl1pPr>
            <a:lvl2pPr marL="2547938" indent="-981075">
              <a:spcBef>
                <a:spcPct val="20000"/>
              </a:spcBef>
              <a:buChar char="–"/>
              <a:defRPr sz="9600">
                <a:solidFill>
                  <a:schemeClr val="tx1"/>
                </a:solidFill>
                <a:latin typeface="Arial" panose="020B0604020202020204" pitchFamily="34" charset="0"/>
                <a:ea typeface="MS PGothic" panose="020B0600070205080204" pitchFamily="34" charset="-128"/>
              </a:defRPr>
            </a:lvl2pPr>
            <a:lvl3pPr marL="3919538" indent="-784225">
              <a:spcBef>
                <a:spcPct val="20000"/>
              </a:spcBef>
              <a:buChar char="•"/>
              <a:defRPr sz="8200">
                <a:solidFill>
                  <a:schemeClr val="tx1"/>
                </a:solidFill>
                <a:latin typeface="Arial" panose="020B0604020202020204" pitchFamily="34" charset="0"/>
                <a:ea typeface="MS PGothic" panose="020B0600070205080204" pitchFamily="34" charset="-128"/>
              </a:defRPr>
            </a:lvl3pPr>
            <a:lvl4pPr marL="5486400" indent="-784225">
              <a:spcBef>
                <a:spcPct val="20000"/>
              </a:spcBef>
              <a:buChar char="–"/>
              <a:defRPr sz="6900">
                <a:solidFill>
                  <a:schemeClr val="tx1"/>
                </a:solidFill>
                <a:latin typeface="Arial" panose="020B0604020202020204" pitchFamily="34" charset="0"/>
                <a:ea typeface="MS PGothic" panose="020B0600070205080204" pitchFamily="34" charset="-128"/>
              </a:defRPr>
            </a:lvl4pPr>
            <a:lvl5pPr marL="7053263" indent="-782638">
              <a:spcBef>
                <a:spcPct val="20000"/>
              </a:spcBef>
              <a:buChar char="»"/>
              <a:defRPr sz="6900">
                <a:solidFill>
                  <a:schemeClr val="tx1"/>
                </a:solidFill>
                <a:latin typeface="Arial" panose="020B0604020202020204" pitchFamily="34" charset="0"/>
                <a:ea typeface="MS PGothic" panose="020B0600070205080204" pitchFamily="34" charset="-128"/>
              </a:defRPr>
            </a:lvl5pPr>
            <a:lvl6pPr marL="75104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79676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84248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88820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r>
              <a:rPr lang="en-US" altLang="en-US" sz="2400">
                <a:latin typeface="Times New Roman" panose="02020603050405020304" pitchFamily="18" charset="0"/>
                <a:cs typeface="Times New Roman" panose="02020603050405020304" pitchFamily="18" charset="0"/>
              </a:rPr>
              <a:t>Keep reflection of broad-band frequencies under –30 dB</a:t>
            </a:r>
          </a:p>
        </p:txBody>
      </p:sp>
      <p:sp>
        <p:nvSpPr>
          <p:cNvPr id="3093" name="TextBox 4">
            <a:extLst>
              <a:ext uri="{FF2B5EF4-FFF2-40B4-BE49-F238E27FC236}">
                <a16:creationId xmlns:a16="http://schemas.microsoft.com/office/drawing/2014/main" id="{0B642FBC-3EAA-628F-8BC0-EF02B60C2281}"/>
              </a:ext>
            </a:extLst>
          </p:cNvPr>
          <p:cNvSpPr txBox="1">
            <a:spLocks noChangeArrowheads="1"/>
          </p:cNvSpPr>
          <p:nvPr/>
        </p:nvSpPr>
        <p:spPr bwMode="auto">
          <a:xfrm>
            <a:off x="5721350" y="24923750"/>
            <a:ext cx="4878388"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1000">
                <a:solidFill>
                  <a:schemeClr val="tx1"/>
                </a:solidFill>
                <a:latin typeface="Arial" panose="020B0604020202020204" pitchFamily="34" charset="0"/>
                <a:ea typeface="MS PGothic" panose="020B0600070205080204" pitchFamily="34" charset="-128"/>
              </a:defRPr>
            </a:lvl1pPr>
            <a:lvl2pPr marL="2547938" indent="-981075">
              <a:spcBef>
                <a:spcPct val="20000"/>
              </a:spcBef>
              <a:buChar char="–"/>
              <a:defRPr sz="9600">
                <a:solidFill>
                  <a:schemeClr val="tx1"/>
                </a:solidFill>
                <a:latin typeface="Arial" panose="020B0604020202020204" pitchFamily="34" charset="0"/>
                <a:ea typeface="MS PGothic" panose="020B0600070205080204" pitchFamily="34" charset="-128"/>
              </a:defRPr>
            </a:lvl2pPr>
            <a:lvl3pPr marL="3919538" indent="-784225">
              <a:spcBef>
                <a:spcPct val="20000"/>
              </a:spcBef>
              <a:buChar char="•"/>
              <a:defRPr sz="8200">
                <a:solidFill>
                  <a:schemeClr val="tx1"/>
                </a:solidFill>
                <a:latin typeface="Arial" panose="020B0604020202020204" pitchFamily="34" charset="0"/>
                <a:ea typeface="MS PGothic" panose="020B0600070205080204" pitchFamily="34" charset="-128"/>
              </a:defRPr>
            </a:lvl3pPr>
            <a:lvl4pPr marL="5486400" indent="-784225">
              <a:spcBef>
                <a:spcPct val="20000"/>
              </a:spcBef>
              <a:buChar char="–"/>
              <a:defRPr sz="6900">
                <a:solidFill>
                  <a:schemeClr val="tx1"/>
                </a:solidFill>
                <a:latin typeface="Arial" panose="020B0604020202020204" pitchFamily="34" charset="0"/>
                <a:ea typeface="MS PGothic" panose="020B0600070205080204" pitchFamily="34" charset="-128"/>
              </a:defRPr>
            </a:lvl4pPr>
            <a:lvl5pPr marL="7053263" indent="-782638">
              <a:spcBef>
                <a:spcPct val="20000"/>
              </a:spcBef>
              <a:buChar char="»"/>
              <a:defRPr sz="6900">
                <a:solidFill>
                  <a:schemeClr val="tx1"/>
                </a:solidFill>
                <a:latin typeface="Arial" panose="020B0604020202020204" pitchFamily="34" charset="0"/>
                <a:ea typeface="MS PGothic" panose="020B0600070205080204" pitchFamily="34" charset="-128"/>
              </a:defRPr>
            </a:lvl5pPr>
            <a:lvl6pPr marL="75104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79676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84248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88820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500" b="1">
                <a:latin typeface="Times New Roman" panose="02020603050405020304" pitchFamily="18" charset="0"/>
                <a:cs typeface="Times New Roman" panose="02020603050405020304" pitchFamily="18" charset="0"/>
              </a:rPr>
              <a:t>Efficiently Execute </a:t>
            </a:r>
            <a:endParaRPr lang="en-US" altLang="en-US" sz="2500">
              <a:latin typeface="Times New Roman" panose="02020603050405020304" pitchFamily="18" charset="0"/>
              <a:cs typeface="Times New Roman" panose="02020603050405020304" pitchFamily="18" charset="0"/>
            </a:endParaRPr>
          </a:p>
          <a:p>
            <a:pPr algn="ctr" eaLnBrk="1" hangingPunct="1">
              <a:spcBef>
                <a:spcPct val="0"/>
              </a:spcBef>
              <a:buFontTx/>
              <a:buNone/>
            </a:pPr>
            <a:r>
              <a:rPr lang="en-US" altLang="en-US" sz="2500" b="1">
                <a:latin typeface="Times New Roman" panose="02020603050405020304" pitchFamily="18" charset="0"/>
                <a:cs typeface="Times New Roman" panose="02020603050405020304" pitchFamily="18" charset="0"/>
              </a:rPr>
              <a:t>MATLAB &amp; Python Scripts </a:t>
            </a:r>
            <a:endParaRPr lang="en-US" altLang="en-US" sz="2500">
              <a:latin typeface="Times New Roman" panose="02020603050405020304" pitchFamily="18" charset="0"/>
              <a:cs typeface="Times New Roman" panose="02020603050405020304" pitchFamily="18" charset="0"/>
            </a:endParaRPr>
          </a:p>
        </p:txBody>
      </p:sp>
      <p:sp>
        <p:nvSpPr>
          <p:cNvPr id="3094" name="TextBox 5">
            <a:extLst>
              <a:ext uri="{FF2B5EF4-FFF2-40B4-BE49-F238E27FC236}">
                <a16:creationId xmlns:a16="http://schemas.microsoft.com/office/drawing/2014/main" id="{DD412DE8-5D06-D7D9-0033-2B013658EE23}"/>
              </a:ext>
            </a:extLst>
          </p:cNvPr>
          <p:cNvSpPr txBox="1">
            <a:spLocks noChangeArrowheads="1"/>
          </p:cNvSpPr>
          <p:nvPr/>
        </p:nvSpPr>
        <p:spPr bwMode="auto">
          <a:xfrm>
            <a:off x="5976938" y="25781000"/>
            <a:ext cx="5240337"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11000">
                <a:solidFill>
                  <a:schemeClr val="tx1"/>
                </a:solidFill>
                <a:latin typeface="Arial" panose="020B0604020202020204" pitchFamily="34" charset="0"/>
                <a:ea typeface="MS PGothic" panose="020B0600070205080204" pitchFamily="34" charset="-128"/>
              </a:defRPr>
            </a:lvl1pPr>
            <a:lvl2pPr marL="2547938" indent="-981075">
              <a:spcBef>
                <a:spcPct val="20000"/>
              </a:spcBef>
              <a:buChar char="–"/>
              <a:defRPr sz="9600">
                <a:solidFill>
                  <a:schemeClr val="tx1"/>
                </a:solidFill>
                <a:latin typeface="Arial" panose="020B0604020202020204" pitchFamily="34" charset="0"/>
                <a:ea typeface="MS PGothic" panose="020B0600070205080204" pitchFamily="34" charset="-128"/>
              </a:defRPr>
            </a:lvl2pPr>
            <a:lvl3pPr marL="3919538" indent="-784225">
              <a:spcBef>
                <a:spcPct val="20000"/>
              </a:spcBef>
              <a:buChar char="•"/>
              <a:defRPr sz="8200">
                <a:solidFill>
                  <a:schemeClr val="tx1"/>
                </a:solidFill>
                <a:latin typeface="Arial" panose="020B0604020202020204" pitchFamily="34" charset="0"/>
                <a:ea typeface="MS PGothic" panose="020B0600070205080204" pitchFamily="34" charset="-128"/>
              </a:defRPr>
            </a:lvl3pPr>
            <a:lvl4pPr marL="5486400" indent="-784225">
              <a:spcBef>
                <a:spcPct val="20000"/>
              </a:spcBef>
              <a:buChar char="–"/>
              <a:defRPr sz="6900">
                <a:solidFill>
                  <a:schemeClr val="tx1"/>
                </a:solidFill>
                <a:latin typeface="Arial" panose="020B0604020202020204" pitchFamily="34" charset="0"/>
                <a:ea typeface="MS PGothic" panose="020B0600070205080204" pitchFamily="34" charset="-128"/>
              </a:defRPr>
            </a:lvl4pPr>
            <a:lvl5pPr marL="7053263" indent="-782638">
              <a:spcBef>
                <a:spcPct val="20000"/>
              </a:spcBef>
              <a:buChar char="»"/>
              <a:defRPr sz="6900">
                <a:solidFill>
                  <a:schemeClr val="tx1"/>
                </a:solidFill>
                <a:latin typeface="Arial" panose="020B0604020202020204" pitchFamily="34" charset="0"/>
                <a:ea typeface="MS PGothic" panose="020B0600070205080204" pitchFamily="34" charset="-128"/>
              </a:defRPr>
            </a:lvl5pPr>
            <a:lvl6pPr marL="75104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79676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84248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8882063" indent="-782638"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r>
              <a:rPr lang="en-US" altLang="en-US" sz="2400">
                <a:latin typeface="Times New Roman" panose="02020603050405020304" pitchFamily="18" charset="0"/>
                <a:cs typeface="Times New Roman" panose="02020603050405020304" pitchFamily="18" charset="0"/>
              </a:rPr>
              <a:t>Vectorize FOR Loops</a:t>
            </a:r>
          </a:p>
          <a:p>
            <a:pPr eaLnBrk="1" hangingPunct="1">
              <a:spcBef>
                <a:spcPct val="0"/>
              </a:spcBef>
            </a:pPr>
            <a:r>
              <a:rPr lang="en-US" altLang="en-US" sz="2400">
                <a:latin typeface="Times New Roman" panose="02020603050405020304" pitchFamily="18" charset="0"/>
                <a:cs typeface="Times New Roman" panose="02020603050405020304" pitchFamily="18" charset="0"/>
              </a:rPr>
              <a:t>Genetic </a:t>
            </a:r>
            <a:r>
              <a:rPr lang="en-US" altLang="en-US" sz="2400">
                <a:solidFill>
                  <a:srgbClr val="000000"/>
                </a:solidFill>
                <a:latin typeface="Times New Roman" panose="02020603050405020304" pitchFamily="18" charset="0"/>
                <a:cs typeface="Times New Roman" panose="02020603050405020304" pitchFamily="18" charset="0"/>
              </a:rPr>
              <a:t>Algorithm</a:t>
            </a:r>
            <a:r>
              <a:rPr lang="en-US" altLang="en-US" sz="2400">
                <a:latin typeface="Times New Roman" panose="02020603050405020304" pitchFamily="18" charset="0"/>
                <a:cs typeface="Times New Roman" panose="02020603050405020304" pitchFamily="18" charset="0"/>
              </a:rPr>
              <a:t> (GA)</a:t>
            </a:r>
          </a:p>
          <a:p>
            <a:pPr eaLnBrk="1" hangingPunct="1">
              <a:spcBef>
                <a:spcPct val="0"/>
              </a:spcBef>
            </a:pPr>
            <a:r>
              <a:rPr lang="en-US" altLang="en-US" sz="2400">
                <a:latin typeface="Times New Roman" panose="02020603050405020304" pitchFamily="18" charset="0"/>
                <a:cs typeface="Times New Roman" panose="02020603050405020304" pitchFamily="18" charset="0"/>
              </a:rPr>
              <a:t>Bayesian Optimization</a:t>
            </a:r>
          </a:p>
        </p:txBody>
      </p:sp>
      <p:pic>
        <p:nvPicPr>
          <p:cNvPr id="3095" name="Picture 80" descr="A diagram of a graph&#10;&#10;Description automatically generated">
            <a:extLst>
              <a:ext uri="{FF2B5EF4-FFF2-40B4-BE49-F238E27FC236}">
                <a16:creationId xmlns:a16="http://schemas.microsoft.com/office/drawing/2014/main" id="{5D599907-E3AD-A95F-6D60-B704C43694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1325" y="6135688"/>
            <a:ext cx="8828088" cy="616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6" name="TextBox 18">
            <a:extLst>
              <a:ext uri="{FF2B5EF4-FFF2-40B4-BE49-F238E27FC236}">
                <a16:creationId xmlns:a16="http://schemas.microsoft.com/office/drawing/2014/main" id="{E86F65C4-663E-23DE-0F78-14F73F997139}"/>
              </a:ext>
            </a:extLst>
          </p:cNvPr>
          <p:cNvSpPr txBox="1">
            <a:spLocks noChangeArrowheads="1"/>
          </p:cNvSpPr>
          <p:nvPr/>
        </p:nvSpPr>
        <p:spPr bwMode="auto">
          <a:xfrm>
            <a:off x="11041063" y="12341225"/>
            <a:ext cx="104346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pPr algn="ctr"/>
            <a:r>
              <a:rPr lang="en-US" altLang="en-US" sz="1800" b="1" i="1">
                <a:latin typeface="Times New Roman" panose="02020603050405020304" pitchFamily="18" charset="0"/>
                <a:cs typeface="Times New Roman" panose="02020603050405020304" pitchFamily="18" charset="0"/>
              </a:rPr>
              <a:t>Figure 3: </a:t>
            </a:r>
            <a:r>
              <a:rPr lang="en-US" altLang="en-US" sz="1800" i="1">
                <a:latin typeface="Times New Roman" panose="02020603050405020304" pitchFamily="18" charset="0"/>
                <a:cs typeface="Times New Roman" panose="02020603050405020304" pitchFamily="18" charset="0"/>
              </a:rPr>
              <a:t>Multilayered RAM  Structure [4]</a:t>
            </a:r>
          </a:p>
        </p:txBody>
      </p:sp>
      <p:sp>
        <p:nvSpPr>
          <p:cNvPr id="3097" name="TextBox 23">
            <a:extLst>
              <a:ext uri="{FF2B5EF4-FFF2-40B4-BE49-F238E27FC236}">
                <a16:creationId xmlns:a16="http://schemas.microsoft.com/office/drawing/2014/main" id="{27E7355F-E2D8-F904-7477-8F3C5BA4FEC3}"/>
              </a:ext>
            </a:extLst>
          </p:cNvPr>
          <p:cNvSpPr txBox="1">
            <a:spLocks noChangeArrowheads="1"/>
          </p:cNvSpPr>
          <p:nvPr/>
        </p:nvSpPr>
        <p:spPr bwMode="auto">
          <a:xfrm>
            <a:off x="22250400" y="7696200"/>
            <a:ext cx="10264775"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r>
              <a:rPr lang="en-US" altLang="en-US" sz="2500" b="1">
                <a:latin typeface="Times New Roman" panose="02020603050405020304" pitchFamily="18" charset="0"/>
                <a:cs typeface="Times New Roman" panose="02020603050405020304" pitchFamily="18" charset="0"/>
              </a:rPr>
              <a:t>Table 1</a:t>
            </a:r>
            <a:r>
              <a:rPr lang="en-US" altLang="en-US" sz="2500">
                <a:latin typeface="Times New Roman" panose="02020603050405020304" pitchFamily="18" charset="0"/>
                <a:cs typeface="Times New Roman" panose="02020603050405020304" pitchFamily="18" charset="0"/>
              </a:rPr>
              <a:t> compares the performance of Genetic Algorithm and Bayesian Optimization for optimizing a three layer RAM structure. The Genetic Algorithm is significantly faster, with an average runtime of </a:t>
            </a:r>
            <a:r>
              <a:rPr lang="en-US" altLang="en-US" sz="2500" b="1">
                <a:latin typeface="Times New Roman" panose="02020603050405020304" pitchFamily="18" charset="0"/>
                <a:cs typeface="Times New Roman" panose="02020603050405020304" pitchFamily="18" charset="0"/>
              </a:rPr>
              <a:t>1 minute</a:t>
            </a:r>
            <a:r>
              <a:rPr lang="en-US" altLang="en-US" sz="2500">
                <a:latin typeface="Times New Roman" panose="02020603050405020304" pitchFamily="18" charset="0"/>
                <a:cs typeface="Times New Roman" panose="02020603050405020304" pitchFamily="18" charset="0"/>
              </a:rPr>
              <a:t>, compared to </a:t>
            </a:r>
            <a:r>
              <a:rPr lang="en-US" altLang="en-US" sz="2500" b="1">
                <a:latin typeface="Times New Roman" panose="02020603050405020304" pitchFamily="18" charset="0"/>
                <a:cs typeface="Times New Roman" panose="02020603050405020304" pitchFamily="18" charset="0"/>
              </a:rPr>
              <a:t>70 minutes</a:t>
            </a:r>
            <a:r>
              <a:rPr lang="en-US" altLang="en-US" sz="2500">
                <a:latin typeface="Times New Roman" panose="02020603050405020304" pitchFamily="18" charset="0"/>
                <a:cs typeface="Times New Roman" panose="02020603050405020304" pitchFamily="18" charset="0"/>
              </a:rPr>
              <a:t> for Bayesian Optimization. However, Bayesian Optimization achieves a better optimal reflection coefficient of </a:t>
            </a:r>
            <a:r>
              <a:rPr lang="en-US" altLang="en-US" sz="2500" b="1">
                <a:latin typeface="Times New Roman" panose="02020603050405020304" pitchFamily="18" charset="0"/>
                <a:cs typeface="Times New Roman" panose="02020603050405020304" pitchFamily="18" charset="0"/>
              </a:rPr>
              <a:t>-22.36 dB</a:t>
            </a:r>
            <a:r>
              <a:rPr lang="en-US" altLang="en-US" sz="2500">
                <a:latin typeface="Times New Roman" panose="02020603050405020304" pitchFamily="18" charset="0"/>
                <a:cs typeface="Times New Roman" panose="02020603050405020304" pitchFamily="18" charset="0"/>
              </a:rPr>
              <a:t>, indicating improved absorption efficiency over the GA's </a:t>
            </a:r>
            <a:r>
              <a:rPr lang="en-US" altLang="en-US" sz="2500" b="1">
                <a:latin typeface="Times New Roman" panose="02020603050405020304" pitchFamily="18" charset="0"/>
                <a:cs typeface="Times New Roman" panose="02020603050405020304" pitchFamily="18" charset="0"/>
              </a:rPr>
              <a:t>-20.82 dB</a:t>
            </a:r>
            <a:r>
              <a:rPr lang="en-US" altLang="en-US" sz="2500">
                <a:latin typeface="Times New Roman" panose="02020603050405020304" pitchFamily="18" charset="0"/>
                <a:cs typeface="Times New Roman" panose="02020603050405020304" pitchFamily="18" charset="0"/>
              </a:rPr>
              <a:t>. Both optimization techniques were run with </a:t>
            </a:r>
            <a:r>
              <a:rPr lang="en-US" altLang="en-US" sz="2500" b="1">
                <a:latin typeface="Times New Roman" panose="02020603050405020304" pitchFamily="18" charset="0"/>
                <a:cs typeface="Times New Roman" panose="02020603050405020304" pitchFamily="18" charset="0"/>
              </a:rPr>
              <a:t>1,010 evaluations</a:t>
            </a:r>
            <a:r>
              <a:rPr lang="en-US" altLang="en-US" sz="2500">
                <a:latin typeface="Times New Roman" panose="02020603050405020304" pitchFamily="18" charset="0"/>
                <a:cs typeface="Times New Roman" panose="02020603050405020304" pitchFamily="18" charset="0"/>
              </a:rPr>
              <a:t> and </a:t>
            </a:r>
            <a:r>
              <a:rPr lang="en-US" altLang="en-US" sz="2500" b="1">
                <a:latin typeface="Times New Roman" panose="02020603050405020304" pitchFamily="18" charset="0"/>
                <a:cs typeface="Times New Roman" panose="02020603050405020304" pitchFamily="18" charset="0"/>
              </a:rPr>
              <a:t>10 runs</a:t>
            </a:r>
            <a:r>
              <a:rPr lang="en-US" altLang="en-US" sz="2500">
                <a:latin typeface="Times New Roman" panose="02020603050405020304" pitchFamily="18" charset="0"/>
                <a:cs typeface="Times New Roman" panose="02020603050405020304" pitchFamily="18" charset="0"/>
              </a:rPr>
              <a:t> to ensure consistency.</a:t>
            </a:r>
          </a:p>
        </p:txBody>
      </p:sp>
      <p:sp>
        <p:nvSpPr>
          <p:cNvPr id="3098" name="TextBox 24">
            <a:extLst>
              <a:ext uri="{FF2B5EF4-FFF2-40B4-BE49-F238E27FC236}">
                <a16:creationId xmlns:a16="http://schemas.microsoft.com/office/drawing/2014/main" id="{B0C2BDDF-B893-DEB0-049C-08C8EABF7B8B}"/>
              </a:ext>
            </a:extLst>
          </p:cNvPr>
          <p:cNvSpPr txBox="1">
            <a:spLocks noChangeArrowheads="1"/>
          </p:cNvSpPr>
          <p:nvPr/>
        </p:nvSpPr>
        <p:spPr bwMode="auto">
          <a:xfrm>
            <a:off x="11147425" y="21402675"/>
            <a:ext cx="104124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pPr algn="ctr"/>
            <a:r>
              <a:rPr lang="en-US" altLang="en-US" sz="1800" b="1" i="1">
                <a:latin typeface="Times New Roman" panose="02020603050405020304" pitchFamily="18" charset="0"/>
                <a:cs typeface="Times New Roman" panose="02020603050405020304" pitchFamily="18" charset="0"/>
              </a:rPr>
              <a:t>Figure 4: </a:t>
            </a:r>
            <a:r>
              <a:rPr lang="en-US" altLang="en-US" sz="1800" i="1">
                <a:latin typeface="Times New Roman" panose="02020603050405020304" pitchFamily="18" charset="0"/>
                <a:cs typeface="Times New Roman" panose="02020603050405020304" pitchFamily="18" charset="0"/>
              </a:rPr>
              <a:t>Overlayed Results of Multilayered Structures Using GA</a:t>
            </a:r>
          </a:p>
        </p:txBody>
      </p:sp>
      <p:sp>
        <p:nvSpPr>
          <p:cNvPr id="3099" name="TextBox 25">
            <a:extLst>
              <a:ext uri="{FF2B5EF4-FFF2-40B4-BE49-F238E27FC236}">
                <a16:creationId xmlns:a16="http://schemas.microsoft.com/office/drawing/2014/main" id="{5F89EACF-D833-3199-873D-2B19EB3AE0E3}"/>
              </a:ext>
            </a:extLst>
          </p:cNvPr>
          <p:cNvSpPr txBox="1">
            <a:spLocks noChangeArrowheads="1"/>
          </p:cNvSpPr>
          <p:nvPr/>
        </p:nvSpPr>
        <p:spPr bwMode="auto">
          <a:xfrm>
            <a:off x="22120225" y="15035213"/>
            <a:ext cx="4999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pPr algn="ctr"/>
            <a:r>
              <a:rPr lang="en-US" altLang="en-US" sz="1800" b="1" i="1">
                <a:latin typeface="Times New Roman" panose="02020603050405020304" pitchFamily="18" charset="0"/>
                <a:cs typeface="Times New Roman" panose="02020603050405020304" pitchFamily="18" charset="0"/>
              </a:rPr>
              <a:t>Figure 5: </a:t>
            </a:r>
            <a:r>
              <a:rPr lang="en-US" altLang="en-US" sz="1800" i="1">
                <a:latin typeface="Times New Roman" panose="02020603050405020304" pitchFamily="18" charset="0"/>
                <a:cs typeface="Times New Roman" panose="02020603050405020304" pitchFamily="18" charset="0"/>
              </a:rPr>
              <a:t>GA Optimized Structure</a:t>
            </a:r>
          </a:p>
        </p:txBody>
      </p:sp>
      <p:sp>
        <p:nvSpPr>
          <p:cNvPr id="3100" name="TextBox 26">
            <a:extLst>
              <a:ext uri="{FF2B5EF4-FFF2-40B4-BE49-F238E27FC236}">
                <a16:creationId xmlns:a16="http://schemas.microsoft.com/office/drawing/2014/main" id="{7BAB0B51-190E-B552-31B8-6EB0F045B198}"/>
              </a:ext>
            </a:extLst>
          </p:cNvPr>
          <p:cNvSpPr txBox="1">
            <a:spLocks noChangeArrowheads="1"/>
          </p:cNvSpPr>
          <p:nvPr/>
        </p:nvSpPr>
        <p:spPr bwMode="auto">
          <a:xfrm>
            <a:off x="27597100" y="15000288"/>
            <a:ext cx="4818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pPr algn="ctr"/>
            <a:r>
              <a:rPr lang="en-US" altLang="en-US" sz="1800" b="1" i="1">
                <a:latin typeface="Times New Roman" panose="02020603050405020304" pitchFamily="18" charset="0"/>
                <a:cs typeface="Times New Roman" panose="02020603050405020304" pitchFamily="18" charset="0"/>
              </a:rPr>
              <a:t>Figure 6: </a:t>
            </a:r>
            <a:r>
              <a:rPr lang="en-US" altLang="en-US" sz="1800" i="1">
                <a:latin typeface="Times New Roman" panose="02020603050405020304" pitchFamily="18" charset="0"/>
                <a:cs typeface="Times New Roman" panose="02020603050405020304" pitchFamily="18" charset="0"/>
              </a:rPr>
              <a:t>Bayesian Optimized Structure</a:t>
            </a:r>
          </a:p>
        </p:txBody>
      </p:sp>
      <p:sp>
        <p:nvSpPr>
          <p:cNvPr id="3101" name="TextBox 33">
            <a:extLst>
              <a:ext uri="{FF2B5EF4-FFF2-40B4-BE49-F238E27FC236}">
                <a16:creationId xmlns:a16="http://schemas.microsoft.com/office/drawing/2014/main" id="{FEEDD6F7-95BD-A93C-645D-241D286BB387}"/>
              </a:ext>
            </a:extLst>
          </p:cNvPr>
          <p:cNvSpPr txBox="1">
            <a:spLocks noChangeArrowheads="1"/>
          </p:cNvSpPr>
          <p:nvPr/>
        </p:nvSpPr>
        <p:spPr bwMode="auto">
          <a:xfrm>
            <a:off x="404813" y="3192463"/>
            <a:ext cx="10445750" cy="509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r>
              <a:rPr lang="en-US" altLang="en-US" sz="2500">
                <a:latin typeface="Times New Roman" panose="02020603050405020304" pitchFamily="18" charset="0"/>
                <a:cs typeface="Times New Roman" panose="02020603050405020304" pitchFamily="18" charset="0"/>
              </a:rPr>
              <a:t>This project optimizes the design and performance of multilayer </a:t>
            </a:r>
            <a:r>
              <a:rPr lang="en-US" altLang="en-US" sz="2500" b="1">
                <a:latin typeface="Times New Roman" panose="02020603050405020304" pitchFamily="18" charset="0"/>
                <a:cs typeface="Times New Roman" panose="02020603050405020304" pitchFamily="18" charset="0"/>
              </a:rPr>
              <a:t>radiation-absorbing materials (RAM)</a:t>
            </a:r>
            <a:r>
              <a:rPr lang="en-US" altLang="en-US" sz="2500">
                <a:latin typeface="Times New Roman" panose="02020603050405020304" pitchFamily="18" charset="0"/>
                <a:cs typeface="Times New Roman" panose="02020603050405020304" pitchFamily="18" charset="0"/>
              </a:rPr>
              <a:t> using advanced computational algorithms. RAM are crucial for minimizing electromagnetic reflection in stealth technology, electronics, and communication systems. </a:t>
            </a:r>
            <a:r>
              <a:rPr lang="en-US" altLang="en-US" sz="2500" b="1">
                <a:latin typeface="Times New Roman" panose="02020603050405020304" pitchFamily="18" charset="0"/>
                <a:cs typeface="Times New Roman" panose="02020603050405020304" pitchFamily="18" charset="0"/>
              </a:rPr>
              <a:t>Genetic Algorithms (GA) </a:t>
            </a:r>
            <a:r>
              <a:rPr lang="en-US" altLang="en-US" sz="2500">
                <a:latin typeface="Times New Roman" panose="02020603050405020304" pitchFamily="18" charset="0"/>
                <a:cs typeface="Times New Roman" panose="02020603050405020304" pitchFamily="18" charset="0"/>
              </a:rPr>
              <a:t>and </a:t>
            </a:r>
            <a:r>
              <a:rPr lang="en-US" altLang="en-US" sz="2500" b="1">
                <a:latin typeface="Times New Roman" panose="02020603050405020304" pitchFamily="18" charset="0"/>
                <a:cs typeface="Times New Roman" panose="02020603050405020304" pitchFamily="18" charset="0"/>
              </a:rPr>
              <a:t>Bayesian optimization </a:t>
            </a:r>
            <a:r>
              <a:rPr lang="en-US" altLang="en-US" sz="2500">
                <a:latin typeface="Times New Roman" panose="02020603050405020304" pitchFamily="18" charset="0"/>
                <a:cs typeface="Times New Roman" panose="02020603050405020304" pitchFamily="18" charset="0"/>
              </a:rPr>
              <a:t>with MATLAB's Global Optimization Toolbox were used to find the maximum absorption across a broad band frequency range by varying the number of material layers and thicknesses. Results indicate that increasing the number of layers, particularly with 3, 4, and 5-layer structures, significantly improved absorption compared to 2-layer configurations. The optimized structures showed trade-offs in peak reflection and between thickness and reflection, highlighting the potential of both GA and Bayesian optimization for enhancing multilayered RAM performance based on specific design needs.</a:t>
            </a:r>
          </a:p>
          <a:p>
            <a:endParaRPr lang="en-US" altLang="en-US" sz="2500">
              <a:latin typeface="Times New Roman" panose="02020603050405020304" pitchFamily="18" charset="0"/>
              <a:cs typeface="Times New Roman" panose="02020603050405020304" pitchFamily="18" charset="0"/>
            </a:endParaRPr>
          </a:p>
        </p:txBody>
      </p:sp>
      <p:sp>
        <p:nvSpPr>
          <p:cNvPr id="3102" name="TextBox 34">
            <a:extLst>
              <a:ext uri="{FF2B5EF4-FFF2-40B4-BE49-F238E27FC236}">
                <a16:creationId xmlns:a16="http://schemas.microsoft.com/office/drawing/2014/main" id="{337358BA-6074-484E-A907-DF8E9764CA82}"/>
              </a:ext>
            </a:extLst>
          </p:cNvPr>
          <p:cNvSpPr txBox="1">
            <a:spLocks noChangeArrowheads="1"/>
          </p:cNvSpPr>
          <p:nvPr/>
        </p:nvSpPr>
        <p:spPr bwMode="auto">
          <a:xfrm>
            <a:off x="21883688" y="18113375"/>
            <a:ext cx="10593387"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r>
              <a:rPr lang="en-US" altLang="en-US" sz="2500">
                <a:latin typeface="Times New Roman" panose="02020603050405020304" pitchFamily="18" charset="0"/>
                <a:cs typeface="Times New Roman" panose="02020603050405020304" pitchFamily="18" charset="0"/>
              </a:rPr>
              <a:t>This project highlights the effectiveness of advanced optimization algorithms in designing high-performance multilayered RAM. Structures with 3, 4, and 5 layers improved absorption, with the GA offering better peak absorption and better run times than Bayesian Optimization. The choice of method and layer count depends on design goals, such as peak performance or run time. These approaches enhance RAM for radar signature reduction, shielding, and communication, advancing real-world applications.</a:t>
            </a:r>
          </a:p>
        </p:txBody>
      </p:sp>
      <p:sp>
        <p:nvSpPr>
          <p:cNvPr id="3103" name="TextBox 1">
            <a:extLst>
              <a:ext uri="{FF2B5EF4-FFF2-40B4-BE49-F238E27FC236}">
                <a16:creationId xmlns:a16="http://schemas.microsoft.com/office/drawing/2014/main" id="{7C12612D-F6E9-CEE6-B336-E6447E2572C9}"/>
              </a:ext>
            </a:extLst>
          </p:cNvPr>
          <p:cNvSpPr txBox="1">
            <a:spLocks noChangeArrowheads="1"/>
          </p:cNvSpPr>
          <p:nvPr/>
        </p:nvSpPr>
        <p:spPr bwMode="auto">
          <a:xfrm>
            <a:off x="11191875" y="3209925"/>
            <a:ext cx="10433050"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pPr algn="just"/>
            <a:r>
              <a:rPr lang="en-US" altLang="en-US" sz="2500">
                <a:latin typeface="Times New Roman" panose="02020603050405020304" pitchFamily="18" charset="0"/>
                <a:cs typeface="Times New Roman" panose="02020603050405020304" pitchFamily="18" charset="0"/>
              </a:rPr>
              <a:t>Using MATLAB’s Global Optimization Toolbox, we developed a double-constrained genetic algorithm to optimize the performance of a multilayered  (RAM). This genetic algorithm was designed to handle two critical constraints: limiting the total thickness of the multilayered material to under 7 mm, while achieving a reflection coefficient below -30 dB. To explore the effects of varying the number of layers on the material's performance, we created optimization codes for 2, 3, 4, and 5-layer configurations. </a:t>
            </a:r>
          </a:p>
        </p:txBody>
      </p:sp>
      <p:sp>
        <p:nvSpPr>
          <p:cNvPr id="3104" name="Text Box 58">
            <a:extLst>
              <a:ext uri="{FF2B5EF4-FFF2-40B4-BE49-F238E27FC236}">
                <a16:creationId xmlns:a16="http://schemas.microsoft.com/office/drawing/2014/main" id="{4D6D1DB5-558A-5593-534C-CB08075EB633}"/>
              </a:ext>
            </a:extLst>
          </p:cNvPr>
          <p:cNvSpPr txBox="1">
            <a:spLocks noChangeArrowheads="1"/>
          </p:cNvSpPr>
          <p:nvPr/>
        </p:nvSpPr>
        <p:spPr bwMode="auto">
          <a:xfrm>
            <a:off x="338138" y="21351875"/>
            <a:ext cx="10467975" cy="608013"/>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3600" b="1">
                <a:latin typeface="Times New Roman" panose="02020603050405020304" pitchFamily="18" charset="0"/>
                <a:cs typeface="Times New Roman" panose="02020603050405020304" pitchFamily="18" charset="0"/>
              </a:rPr>
              <a:t>Requirements and Specifications</a:t>
            </a:r>
          </a:p>
        </p:txBody>
      </p:sp>
      <p:sp>
        <p:nvSpPr>
          <p:cNvPr id="3105" name="Text Box 58">
            <a:extLst>
              <a:ext uri="{FF2B5EF4-FFF2-40B4-BE49-F238E27FC236}">
                <a16:creationId xmlns:a16="http://schemas.microsoft.com/office/drawing/2014/main" id="{5755A5DC-9CBF-38A6-94D0-346D4BD7209A}"/>
              </a:ext>
            </a:extLst>
          </p:cNvPr>
          <p:cNvSpPr txBox="1">
            <a:spLocks noChangeArrowheads="1"/>
          </p:cNvSpPr>
          <p:nvPr/>
        </p:nvSpPr>
        <p:spPr bwMode="auto">
          <a:xfrm>
            <a:off x="21974175" y="2571750"/>
            <a:ext cx="10467975" cy="608013"/>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3600" b="1">
                <a:latin typeface="Times New Roman" panose="02020603050405020304" pitchFamily="18" charset="0"/>
                <a:cs typeface="Times New Roman" panose="02020603050405020304" pitchFamily="18" charset="0"/>
              </a:rPr>
              <a:t>Performance of GA vs. Bayesian Optimization</a:t>
            </a:r>
          </a:p>
        </p:txBody>
      </p:sp>
      <p:sp>
        <p:nvSpPr>
          <p:cNvPr id="3106" name="Text Box 58">
            <a:extLst>
              <a:ext uri="{FF2B5EF4-FFF2-40B4-BE49-F238E27FC236}">
                <a16:creationId xmlns:a16="http://schemas.microsoft.com/office/drawing/2014/main" id="{65634645-6191-FE1F-0272-75101968D504}"/>
              </a:ext>
            </a:extLst>
          </p:cNvPr>
          <p:cNvSpPr txBox="1">
            <a:spLocks noChangeArrowheads="1"/>
          </p:cNvSpPr>
          <p:nvPr/>
        </p:nvSpPr>
        <p:spPr bwMode="auto">
          <a:xfrm>
            <a:off x="350838" y="17913350"/>
            <a:ext cx="10467975" cy="608013"/>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3600" b="1">
                <a:latin typeface="Times New Roman" panose="02020603050405020304" pitchFamily="18" charset="0"/>
                <a:cs typeface="Times New Roman" panose="02020603050405020304" pitchFamily="18" charset="0"/>
              </a:rPr>
              <a:t>Objective</a:t>
            </a:r>
          </a:p>
        </p:txBody>
      </p:sp>
      <p:sp>
        <p:nvSpPr>
          <p:cNvPr id="3107" name="Text Box 58">
            <a:extLst>
              <a:ext uri="{FF2B5EF4-FFF2-40B4-BE49-F238E27FC236}">
                <a16:creationId xmlns:a16="http://schemas.microsoft.com/office/drawing/2014/main" id="{5DCA3342-10EB-A2C1-9C54-F0A9AB12E014}"/>
              </a:ext>
            </a:extLst>
          </p:cNvPr>
          <p:cNvSpPr txBox="1">
            <a:spLocks noChangeArrowheads="1"/>
          </p:cNvSpPr>
          <p:nvPr/>
        </p:nvSpPr>
        <p:spPr bwMode="auto">
          <a:xfrm>
            <a:off x="11191875" y="2584450"/>
            <a:ext cx="10467975" cy="608013"/>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3600" b="1">
                <a:latin typeface="Times New Roman" panose="02020603050405020304" pitchFamily="18" charset="0"/>
                <a:cs typeface="Times New Roman" panose="02020603050405020304" pitchFamily="18" charset="0"/>
              </a:rPr>
              <a:t>Design Process</a:t>
            </a:r>
          </a:p>
        </p:txBody>
      </p:sp>
      <p:sp>
        <p:nvSpPr>
          <p:cNvPr id="3108" name="Text Box 58">
            <a:extLst>
              <a:ext uri="{FF2B5EF4-FFF2-40B4-BE49-F238E27FC236}">
                <a16:creationId xmlns:a16="http://schemas.microsoft.com/office/drawing/2014/main" id="{F09126C4-6513-8AD9-1736-CB0B663278D8}"/>
              </a:ext>
            </a:extLst>
          </p:cNvPr>
          <p:cNvSpPr txBox="1">
            <a:spLocks noChangeArrowheads="1"/>
          </p:cNvSpPr>
          <p:nvPr/>
        </p:nvSpPr>
        <p:spPr bwMode="auto">
          <a:xfrm>
            <a:off x="21883688" y="17511713"/>
            <a:ext cx="10542587" cy="608012"/>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3600" b="1">
                <a:latin typeface="Times New Roman" panose="02020603050405020304" pitchFamily="18" charset="0"/>
                <a:cs typeface="Times New Roman" panose="02020603050405020304" pitchFamily="18" charset="0"/>
              </a:rPr>
              <a:t>Conclusion</a:t>
            </a:r>
          </a:p>
        </p:txBody>
      </p:sp>
      <p:sp>
        <p:nvSpPr>
          <p:cNvPr id="3109" name="Text Box 58">
            <a:extLst>
              <a:ext uri="{FF2B5EF4-FFF2-40B4-BE49-F238E27FC236}">
                <a16:creationId xmlns:a16="http://schemas.microsoft.com/office/drawing/2014/main" id="{C4A44FD5-C7BB-A5E5-3F33-1A514C968AF0}"/>
              </a:ext>
            </a:extLst>
          </p:cNvPr>
          <p:cNvSpPr txBox="1">
            <a:spLocks noChangeArrowheads="1"/>
          </p:cNvSpPr>
          <p:nvPr/>
        </p:nvSpPr>
        <p:spPr bwMode="auto">
          <a:xfrm>
            <a:off x="21969413" y="20975638"/>
            <a:ext cx="10467975" cy="608012"/>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3600" b="1">
                <a:latin typeface="Times New Roman" panose="02020603050405020304" pitchFamily="18" charset="0"/>
                <a:cs typeface="Times New Roman" panose="02020603050405020304" pitchFamily="18" charset="0"/>
              </a:rPr>
              <a:t>Acknowledgements</a:t>
            </a:r>
          </a:p>
        </p:txBody>
      </p:sp>
      <p:sp>
        <p:nvSpPr>
          <p:cNvPr id="3110" name="Text Box 58">
            <a:extLst>
              <a:ext uri="{FF2B5EF4-FFF2-40B4-BE49-F238E27FC236}">
                <a16:creationId xmlns:a16="http://schemas.microsoft.com/office/drawing/2014/main" id="{CC3CE2F2-E715-0544-91E3-04A032995D15}"/>
              </a:ext>
            </a:extLst>
          </p:cNvPr>
          <p:cNvSpPr txBox="1">
            <a:spLocks noChangeArrowheads="1"/>
          </p:cNvSpPr>
          <p:nvPr/>
        </p:nvSpPr>
        <p:spPr bwMode="auto">
          <a:xfrm>
            <a:off x="298450" y="7956550"/>
            <a:ext cx="10467975" cy="608013"/>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3600" b="1">
                <a:latin typeface="Times New Roman" panose="02020603050405020304" pitchFamily="18" charset="0"/>
                <a:cs typeface="Times New Roman" panose="02020603050405020304" pitchFamily="18" charset="0"/>
              </a:rPr>
              <a:t>Introduction</a:t>
            </a:r>
          </a:p>
        </p:txBody>
      </p:sp>
      <p:sp>
        <p:nvSpPr>
          <p:cNvPr id="3111" name="Text Box 492">
            <a:extLst>
              <a:ext uri="{FF2B5EF4-FFF2-40B4-BE49-F238E27FC236}">
                <a16:creationId xmlns:a16="http://schemas.microsoft.com/office/drawing/2014/main" id="{7B2E9DBC-0D79-09E8-C738-8E252DA30DB5}"/>
              </a:ext>
            </a:extLst>
          </p:cNvPr>
          <p:cNvSpPr txBox="1">
            <a:spLocks noChangeArrowheads="1"/>
          </p:cNvSpPr>
          <p:nvPr/>
        </p:nvSpPr>
        <p:spPr bwMode="auto">
          <a:xfrm>
            <a:off x="296863" y="14665325"/>
            <a:ext cx="10469562"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just" eaLnBrk="1" hangingPunct="1">
              <a:spcBef>
                <a:spcPct val="50000"/>
              </a:spcBef>
              <a:buFontTx/>
              <a:buNone/>
            </a:pPr>
            <a:r>
              <a:rPr lang="en-US" altLang="en-US" sz="2500">
                <a:latin typeface="Times New Roman" panose="02020603050405020304" pitchFamily="18" charset="0"/>
                <a:cs typeface="Times New Roman" panose="02020603050405020304" pitchFamily="18" charset="0"/>
              </a:rPr>
              <a:t>Optimizing RAM involves enhancing their effectiveness in absorbing, attenuating, or scattering specific electromagnetic radiation across a desired frequency range. To achieve these optimizations, GAs are highly effective tools. GAs are heuristic search techniques inspired by natural selection that excel at solving complex optimization problems involving multiple interacting variables and large search spaces. By leveraging their ability to explore and refine potential solutions, GAs are particularly well-suited for optimizing RAM to achieve better electromagnetic absorption performance [3].</a:t>
            </a:r>
          </a:p>
        </p:txBody>
      </p:sp>
      <p:sp>
        <p:nvSpPr>
          <p:cNvPr id="3112" name="Text Box 599">
            <a:extLst>
              <a:ext uri="{FF2B5EF4-FFF2-40B4-BE49-F238E27FC236}">
                <a16:creationId xmlns:a16="http://schemas.microsoft.com/office/drawing/2014/main" id="{6B6BF639-3A65-AC02-C3B3-82C7C09A05B6}"/>
              </a:ext>
            </a:extLst>
          </p:cNvPr>
          <p:cNvSpPr txBox="1">
            <a:spLocks noChangeArrowheads="1"/>
          </p:cNvSpPr>
          <p:nvPr/>
        </p:nvSpPr>
        <p:spPr bwMode="auto">
          <a:xfrm>
            <a:off x="21982113" y="21583650"/>
            <a:ext cx="10520362"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500">
                <a:latin typeface="Times New Roman" panose="02020603050405020304" pitchFamily="18" charset="0"/>
                <a:cs typeface="Times New Roman" panose="02020603050405020304" pitchFamily="18" charset="0"/>
              </a:rPr>
              <a:t>We extend our deepest gratitude to </a:t>
            </a:r>
            <a:r>
              <a:rPr lang="en-US" altLang="en-US" sz="2500" b="1">
                <a:latin typeface="Times New Roman" panose="02020603050405020304" pitchFamily="18" charset="0"/>
                <a:cs typeface="Times New Roman" panose="02020603050405020304" pitchFamily="18" charset="0"/>
              </a:rPr>
              <a:t>Dr. David Schmidt, Dr. Paul Leu, Dr. Quang Nguyen, Dr. Jungtaek Kim, and Mr. Mingxuan Li </a:t>
            </a:r>
            <a:r>
              <a:rPr lang="en-US" altLang="en-US" sz="2500">
                <a:latin typeface="Times New Roman" panose="02020603050405020304" pitchFamily="18" charset="0"/>
                <a:cs typeface="Times New Roman" panose="02020603050405020304" pitchFamily="18" charset="0"/>
              </a:rPr>
              <a:t>for their invaluable guidance, mentorship, and encouragement throughout this project. Their expertise and support have been instrumental in shaping the success of our work. We are also grateful for their sponsorship that made this research possible.</a:t>
            </a:r>
          </a:p>
        </p:txBody>
      </p:sp>
      <p:sp>
        <p:nvSpPr>
          <p:cNvPr id="3113" name="Text Box 58">
            <a:extLst>
              <a:ext uri="{FF2B5EF4-FFF2-40B4-BE49-F238E27FC236}">
                <a16:creationId xmlns:a16="http://schemas.microsoft.com/office/drawing/2014/main" id="{DA75EAED-BAD4-FFE8-E78E-E995AA2C11B3}"/>
              </a:ext>
            </a:extLst>
          </p:cNvPr>
          <p:cNvSpPr txBox="1">
            <a:spLocks noChangeArrowheads="1"/>
          </p:cNvSpPr>
          <p:nvPr/>
        </p:nvSpPr>
        <p:spPr bwMode="auto">
          <a:xfrm>
            <a:off x="21969413" y="23618825"/>
            <a:ext cx="10469562" cy="608013"/>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3600" b="1">
                <a:latin typeface="Times New Roman" panose="02020603050405020304" pitchFamily="18" charset="0"/>
                <a:cs typeface="Times New Roman" panose="02020603050405020304" pitchFamily="18" charset="0"/>
              </a:rPr>
              <a:t>Sources</a:t>
            </a:r>
          </a:p>
        </p:txBody>
      </p:sp>
      <p:sp>
        <p:nvSpPr>
          <p:cNvPr id="3114" name="Text Box 599">
            <a:extLst>
              <a:ext uri="{FF2B5EF4-FFF2-40B4-BE49-F238E27FC236}">
                <a16:creationId xmlns:a16="http://schemas.microsoft.com/office/drawing/2014/main" id="{1B764825-6EBE-2B7B-A2DC-7771CF62888A}"/>
              </a:ext>
            </a:extLst>
          </p:cNvPr>
          <p:cNvSpPr txBox="1">
            <a:spLocks noChangeArrowheads="1"/>
          </p:cNvSpPr>
          <p:nvPr/>
        </p:nvSpPr>
        <p:spPr bwMode="auto">
          <a:xfrm>
            <a:off x="21944013" y="24245888"/>
            <a:ext cx="1051877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100">
                <a:latin typeface="Times New Roman" panose="02020603050405020304" pitchFamily="18" charset="0"/>
                <a:cs typeface="Times New Roman" panose="02020603050405020304" pitchFamily="18" charset="0"/>
              </a:rPr>
              <a:t>[1] Wikipedia contributors. (2024, November 29). Lockheed Martin F35 A. Wikipedia. </a:t>
            </a:r>
          </a:p>
          <a:p>
            <a:pPr eaLnBrk="1" hangingPunct="1">
              <a:spcBef>
                <a:spcPct val="0"/>
              </a:spcBef>
              <a:buFontTx/>
              <a:buNone/>
            </a:pPr>
            <a:r>
              <a:rPr lang="en-US" altLang="en-US" sz="2100">
                <a:latin typeface="Times New Roman" panose="02020603050405020304" pitchFamily="18" charset="0"/>
                <a:cs typeface="Times New Roman" panose="02020603050405020304" pitchFamily="18" charset="0"/>
              </a:rPr>
              <a:t>[2] DeepCoat. (n.d.). How EMI shielding protects cell phones. DeepCoat. Retrieved 2024</a:t>
            </a:r>
          </a:p>
          <a:p>
            <a:pPr eaLnBrk="1" hangingPunct="1">
              <a:spcBef>
                <a:spcPct val="0"/>
              </a:spcBef>
              <a:buFontTx/>
              <a:buNone/>
            </a:pPr>
            <a:r>
              <a:rPr lang="en-US" altLang="en-US" sz="2100">
                <a:latin typeface="Times New Roman" panose="02020603050405020304" pitchFamily="18" charset="0"/>
                <a:cs typeface="Times New Roman" panose="02020603050405020304" pitchFamily="18" charset="0"/>
              </a:rPr>
              <a:t>[3] Michielssen, E., Sajer, J.-M., Ranjithan, S., &amp; Mittra, R. (1993). Design of lightweight, broad-band microwave absorbers using genetic algorithms. </a:t>
            </a:r>
            <a:r>
              <a:rPr lang="en-US" altLang="en-US" sz="2100" i="1">
                <a:latin typeface="Times New Roman" panose="02020603050405020304" pitchFamily="18" charset="0"/>
                <a:cs typeface="Times New Roman" panose="02020603050405020304" pitchFamily="18" charset="0"/>
              </a:rPr>
              <a:t>IEEE Transactions on Microwave Theory and Techniques</a:t>
            </a:r>
            <a:r>
              <a:rPr lang="en-US" altLang="en-US" sz="2100">
                <a:latin typeface="Times New Roman" panose="02020603050405020304" pitchFamily="18" charset="0"/>
                <a:cs typeface="Times New Roman" panose="02020603050405020304" pitchFamily="18" charset="0"/>
              </a:rPr>
              <a:t>, </a:t>
            </a:r>
            <a:r>
              <a:rPr lang="en-US" altLang="en-US" sz="2100" i="1">
                <a:latin typeface="Times New Roman" panose="02020603050405020304" pitchFamily="18" charset="0"/>
                <a:cs typeface="Times New Roman" panose="02020603050405020304" pitchFamily="18" charset="0"/>
              </a:rPr>
              <a:t>41</a:t>
            </a:r>
            <a:r>
              <a:rPr lang="en-US" altLang="en-US" sz="2100">
                <a:latin typeface="Times New Roman" panose="02020603050405020304" pitchFamily="18" charset="0"/>
                <a:cs typeface="Times New Roman" panose="02020603050405020304" pitchFamily="18" charset="0"/>
              </a:rPr>
              <a:t>(6), 1024–1031. https://doi.org/10.1109/22.238519 </a:t>
            </a:r>
          </a:p>
          <a:p>
            <a:pPr eaLnBrk="1" hangingPunct="1">
              <a:spcBef>
                <a:spcPct val="0"/>
              </a:spcBef>
              <a:buFontTx/>
              <a:buNone/>
            </a:pPr>
            <a:r>
              <a:rPr lang="en-US" altLang="en-US" sz="2100">
                <a:latin typeface="Times New Roman" panose="02020603050405020304" pitchFamily="18" charset="0"/>
                <a:cs typeface="Times New Roman" panose="02020603050405020304" pitchFamily="18" charset="0"/>
              </a:rPr>
              <a:t>[4] </a:t>
            </a:r>
            <a:r>
              <a:rPr lang="en-US" altLang="en-US" sz="2100">
                <a:solidFill>
                  <a:srgbClr val="000000"/>
                </a:solidFill>
                <a:latin typeface="Times New Roman" panose="02020603050405020304" pitchFamily="18" charset="0"/>
                <a:cs typeface="Times New Roman" panose="02020603050405020304" pitchFamily="18" charset="0"/>
              </a:rPr>
              <a:t>Kilic, O., &amp; Nguyen, Q. M. (2010, January 17). </a:t>
            </a:r>
            <a:r>
              <a:rPr lang="en-US" altLang="en-US" sz="2100" i="1">
                <a:solidFill>
                  <a:srgbClr val="000000"/>
                </a:solidFill>
                <a:latin typeface="Times New Roman" panose="02020603050405020304" pitchFamily="18" charset="0"/>
                <a:cs typeface="Times New Roman" panose="02020603050405020304" pitchFamily="18" charset="0"/>
              </a:rPr>
              <a:t>Design of lightweight, broad-band microwave absorbers using Genetic Algorithms | IEEE Journals &amp; Magazine | IEEE Xplore</a:t>
            </a:r>
            <a:r>
              <a:rPr lang="en-US" altLang="en-US" sz="2100">
                <a:solidFill>
                  <a:srgbClr val="000000"/>
                </a:solidFill>
                <a:latin typeface="Times New Roman" panose="02020603050405020304" pitchFamily="18" charset="0"/>
                <a:cs typeface="Times New Roman" panose="02020603050405020304" pitchFamily="18" charset="0"/>
              </a:rPr>
              <a:t>. Application of Artificial Immune System Algorithm to Electromagnetics Problems. https://ieeexplore.ieee.org/document/238519/</a:t>
            </a:r>
            <a:endParaRPr lang="en-US" altLang="en-US" sz="2100">
              <a:latin typeface="Times New Roman" panose="02020603050405020304" pitchFamily="18" charset="0"/>
              <a:cs typeface="Times New Roman" panose="02020603050405020304" pitchFamily="18" charset="0"/>
            </a:endParaRPr>
          </a:p>
        </p:txBody>
      </p:sp>
      <p:pic>
        <p:nvPicPr>
          <p:cNvPr id="3115" name="Picture 54">
            <a:extLst>
              <a:ext uri="{FF2B5EF4-FFF2-40B4-BE49-F238E27FC236}">
                <a16:creationId xmlns:a16="http://schemas.microsoft.com/office/drawing/2014/main" id="{324D3B43-D5D4-1B91-B52A-AAD78E0189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73625" y="1193800"/>
            <a:ext cx="25431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6" name="Picture 56" descr="SSOE Innovation &amp; Entrepreneurship">
            <a:extLst>
              <a:ext uri="{FF2B5EF4-FFF2-40B4-BE49-F238E27FC236}">
                <a16:creationId xmlns:a16="http://schemas.microsoft.com/office/drawing/2014/main" id="{82325069-DB7F-912E-B463-4F9B0EFCB9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60813" y="114300"/>
            <a:ext cx="34305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17" name="AutoShape 58" descr="University of Pittsburgh - Wikipedia">
            <a:extLst>
              <a:ext uri="{FF2B5EF4-FFF2-40B4-BE49-F238E27FC236}">
                <a16:creationId xmlns:a16="http://schemas.microsoft.com/office/drawing/2014/main" id="{943B9CD2-170B-A1B8-ED6D-B29E52783685}"/>
              </a:ext>
            </a:extLst>
          </p:cNvPr>
          <p:cNvSpPr>
            <a:spLocks noChangeAspect="1" noChangeArrowheads="1"/>
          </p:cNvSpPr>
          <p:nvPr/>
        </p:nvSpPr>
        <p:spPr bwMode="auto">
          <a:xfrm>
            <a:off x="16306800" y="13563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endParaRPr lang="en-US" altLang="en-US"/>
          </a:p>
        </p:txBody>
      </p:sp>
      <p:pic>
        <p:nvPicPr>
          <p:cNvPr id="3118" name="Graphic 51">
            <a:extLst>
              <a:ext uri="{FF2B5EF4-FFF2-40B4-BE49-F238E27FC236}">
                <a16:creationId xmlns:a16="http://schemas.microsoft.com/office/drawing/2014/main" id="{9BBEF7C3-B2A4-E982-6C39-13ACBDC83C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00" y="109538"/>
            <a:ext cx="2057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9" name="Picture 2" descr="A graph showing a curve&#10;&#10;Description automatically generated with medium confidence">
            <a:extLst>
              <a:ext uri="{FF2B5EF4-FFF2-40B4-BE49-F238E27FC236}">
                <a16:creationId xmlns:a16="http://schemas.microsoft.com/office/drawing/2014/main" id="{EAFFFEBD-311D-B828-E238-1326B484D5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4819" t="1476" r="6404"/>
          <a:stretch>
            <a:fillRect/>
          </a:stretch>
        </p:blipFill>
        <p:spPr bwMode="auto">
          <a:xfrm>
            <a:off x="22172613" y="10942638"/>
            <a:ext cx="49466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0" name="Picture 5" descr="A diagram of a ram structure&#10;&#10;Description automatically generated">
            <a:extLst>
              <a:ext uri="{FF2B5EF4-FFF2-40B4-BE49-F238E27FC236}">
                <a16:creationId xmlns:a16="http://schemas.microsoft.com/office/drawing/2014/main" id="{F344BBF1-BC61-49E1-0D63-973977D555C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1164" t="1472" r="6868" b="2"/>
          <a:stretch>
            <a:fillRect/>
          </a:stretch>
        </p:blipFill>
        <p:spPr bwMode="auto">
          <a:xfrm>
            <a:off x="27312938" y="10942638"/>
            <a:ext cx="5100637" cy="409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1" name="Picture 15" descr="A diagram of multilayered ram structures&#10;&#10;Description automatically generated">
            <a:extLst>
              <a:ext uri="{FF2B5EF4-FFF2-40B4-BE49-F238E27FC236}">
                <a16:creationId xmlns:a16="http://schemas.microsoft.com/office/drawing/2014/main" id="{B8B5284D-492C-0051-AC75-B0E6A856C2D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l="7404" t="2043" r="7677" b="2650"/>
          <a:stretch>
            <a:fillRect/>
          </a:stretch>
        </p:blipFill>
        <p:spPr bwMode="auto">
          <a:xfrm>
            <a:off x="11091863" y="16073438"/>
            <a:ext cx="7364412" cy="511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2" name="Picture 20">
            <a:extLst>
              <a:ext uri="{FF2B5EF4-FFF2-40B4-BE49-F238E27FC236}">
                <a16:creationId xmlns:a16="http://schemas.microsoft.com/office/drawing/2014/main" id="{C724692F-32FD-40DE-FF7C-761D717F7D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54675" y="16182975"/>
            <a:ext cx="3305175"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23" name="Text Box 58">
            <a:extLst>
              <a:ext uri="{FF2B5EF4-FFF2-40B4-BE49-F238E27FC236}">
                <a16:creationId xmlns:a16="http://schemas.microsoft.com/office/drawing/2014/main" id="{81FF2BB7-B878-AB95-2CF0-69F2ADA63DB8}"/>
              </a:ext>
            </a:extLst>
          </p:cNvPr>
          <p:cNvSpPr txBox="1">
            <a:spLocks noChangeArrowheads="1"/>
          </p:cNvSpPr>
          <p:nvPr/>
        </p:nvSpPr>
        <p:spPr bwMode="auto">
          <a:xfrm>
            <a:off x="11131550" y="15139988"/>
            <a:ext cx="10467975" cy="608012"/>
          </a:xfrm>
          <a:prstGeom prst="rect">
            <a:avLst/>
          </a:prstGeom>
          <a:solidFill>
            <a:srgbClr val="6788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defTabSz="3135313">
              <a:spcBef>
                <a:spcPct val="20000"/>
              </a:spcBef>
              <a:buChar char="•"/>
              <a:defRPr sz="11000">
                <a:solidFill>
                  <a:schemeClr val="tx1"/>
                </a:solidFill>
                <a:latin typeface="Arial" panose="020B0604020202020204" pitchFamily="34" charset="0"/>
                <a:ea typeface="MS PGothic" panose="020B0600070205080204" pitchFamily="34" charset="-128"/>
              </a:defRPr>
            </a:lvl1pPr>
            <a:lvl2pPr marL="742950" indent="-285750" defTabSz="3135313">
              <a:spcBef>
                <a:spcPct val="20000"/>
              </a:spcBef>
              <a:buChar char="–"/>
              <a:defRPr sz="9600">
                <a:solidFill>
                  <a:schemeClr val="tx1"/>
                </a:solidFill>
                <a:latin typeface="Arial" panose="020B0604020202020204" pitchFamily="34" charset="0"/>
                <a:ea typeface="MS PGothic" panose="020B0600070205080204" pitchFamily="34" charset="-128"/>
              </a:defRPr>
            </a:lvl2pPr>
            <a:lvl3pPr marL="1143000" indent="-228600" defTabSz="3135313">
              <a:spcBef>
                <a:spcPct val="20000"/>
              </a:spcBef>
              <a:buChar char="•"/>
              <a:defRPr sz="8200">
                <a:solidFill>
                  <a:schemeClr val="tx1"/>
                </a:solidFill>
                <a:latin typeface="Arial" panose="020B0604020202020204" pitchFamily="34" charset="0"/>
                <a:ea typeface="MS PGothic" panose="020B0600070205080204" pitchFamily="34" charset="-128"/>
              </a:defRPr>
            </a:lvl3pPr>
            <a:lvl4pPr marL="16002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4pPr>
            <a:lvl5pPr marL="2057400" indent="-228600" defTabSz="3135313">
              <a:spcBef>
                <a:spcPct val="20000"/>
              </a:spcBef>
              <a:buChar char="»"/>
              <a:defRPr sz="6900">
                <a:solidFill>
                  <a:schemeClr val="tx1"/>
                </a:solidFill>
                <a:latin typeface="Arial" panose="020B0604020202020204" pitchFamily="34" charset="0"/>
                <a:ea typeface="MS PGothic" panose="020B0600070205080204" pitchFamily="34" charset="-128"/>
              </a:defRPr>
            </a:lvl5pPr>
            <a:lvl6pPr marL="25146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6pPr>
            <a:lvl7pPr marL="29718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7pPr>
            <a:lvl8pPr marL="34290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8pPr>
            <a:lvl9pPr marL="3886200" indent="-228600" defTabSz="3135313" eaLnBrk="0" fontAlgn="base" hangingPunct="0">
              <a:spcBef>
                <a:spcPct val="20000"/>
              </a:spcBef>
              <a:spcAft>
                <a:spcPct val="0"/>
              </a:spcAft>
              <a:buChar char="»"/>
              <a:defRPr sz="6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3600" b="1">
                <a:latin typeface="Times New Roman" panose="02020603050405020304" pitchFamily="18" charset="0"/>
                <a:cs typeface="Times New Roman" panose="02020603050405020304" pitchFamily="18" charset="0"/>
              </a:rPr>
              <a:t>Comparison of Multilayered Structures</a:t>
            </a:r>
          </a:p>
        </p:txBody>
      </p:sp>
      <p:sp>
        <p:nvSpPr>
          <p:cNvPr id="3124" name="Rectangle 64">
            <a:extLst>
              <a:ext uri="{FF2B5EF4-FFF2-40B4-BE49-F238E27FC236}">
                <a16:creationId xmlns:a16="http://schemas.microsoft.com/office/drawing/2014/main" id="{76E2F860-435F-CC63-6F21-1A1CF3F7FBA8}"/>
              </a:ext>
            </a:extLst>
          </p:cNvPr>
          <p:cNvSpPr>
            <a:spLocks noChangeArrowheads="1"/>
          </p:cNvSpPr>
          <p:nvPr/>
        </p:nvSpPr>
        <p:spPr bwMode="auto">
          <a:xfrm>
            <a:off x="-5788025" y="17114838"/>
            <a:ext cx="63761938"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r>
              <a:rPr lang="en-US" altLang="en-US">
                <a:solidFill>
                  <a:srgbClr val="000000"/>
                </a:solidFill>
                <a:cs typeface="Times New Roman" panose="02020603050405020304" pitchFamily="18" charset="0"/>
              </a:rPr>
              <a:t> </a:t>
            </a:r>
            <a:endParaRPr lang="en-US" altLang="en-US"/>
          </a:p>
          <a:p>
            <a:endParaRPr lang="en-US" altLang="en-US"/>
          </a:p>
        </p:txBody>
      </p:sp>
      <p:sp>
        <p:nvSpPr>
          <p:cNvPr id="3125" name="TextBox 24">
            <a:extLst>
              <a:ext uri="{FF2B5EF4-FFF2-40B4-BE49-F238E27FC236}">
                <a16:creationId xmlns:a16="http://schemas.microsoft.com/office/drawing/2014/main" id="{7C366B1B-1E98-74E4-B69B-56E83196520C}"/>
              </a:ext>
            </a:extLst>
          </p:cNvPr>
          <p:cNvSpPr txBox="1">
            <a:spLocks noChangeArrowheads="1"/>
          </p:cNvSpPr>
          <p:nvPr/>
        </p:nvSpPr>
        <p:spPr bwMode="auto">
          <a:xfrm>
            <a:off x="23109238" y="3365500"/>
            <a:ext cx="8339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pPr algn="ctr"/>
            <a:r>
              <a:rPr lang="en-US" altLang="en-US" sz="1800" b="1" i="1">
                <a:latin typeface="Times New Roman" panose="02020603050405020304" pitchFamily="18" charset="0"/>
                <a:cs typeface="Times New Roman" panose="02020603050405020304" pitchFamily="18" charset="0"/>
              </a:rPr>
              <a:t>Table 1: </a:t>
            </a:r>
            <a:r>
              <a:rPr lang="en-US" altLang="en-US" sz="1800" i="1">
                <a:latin typeface="Times New Roman" panose="02020603050405020304" pitchFamily="18" charset="0"/>
                <a:cs typeface="Times New Roman" panose="02020603050405020304" pitchFamily="18" charset="0"/>
              </a:rPr>
              <a:t>GA VS. Bayesian Optimization</a:t>
            </a:r>
          </a:p>
        </p:txBody>
      </p:sp>
      <p:sp>
        <p:nvSpPr>
          <p:cNvPr id="3126" name="TextBox 28">
            <a:extLst>
              <a:ext uri="{FF2B5EF4-FFF2-40B4-BE49-F238E27FC236}">
                <a16:creationId xmlns:a16="http://schemas.microsoft.com/office/drawing/2014/main" id="{F624AA5E-BEBA-EF2D-5AF7-BF77C22EB864}"/>
              </a:ext>
            </a:extLst>
          </p:cNvPr>
          <p:cNvSpPr txBox="1">
            <a:spLocks noChangeArrowheads="1"/>
          </p:cNvSpPr>
          <p:nvPr/>
        </p:nvSpPr>
        <p:spPr bwMode="auto">
          <a:xfrm>
            <a:off x="11190288" y="22096413"/>
            <a:ext cx="10409237" cy="509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r>
              <a:rPr lang="en-US" altLang="en-US" sz="2500" b="1">
                <a:latin typeface="Times New Roman" panose="02020603050405020304" pitchFamily="18" charset="0"/>
                <a:cs typeface="Times New Roman" panose="02020603050405020304" pitchFamily="18" charset="0"/>
              </a:rPr>
              <a:t>Figure 4</a:t>
            </a:r>
            <a:r>
              <a:rPr lang="en-US" altLang="en-US" sz="2500">
                <a:latin typeface="Times New Roman" panose="02020603050405020304" pitchFamily="18" charset="0"/>
                <a:cs typeface="Times New Roman" panose="02020603050405020304" pitchFamily="18" charset="0"/>
              </a:rPr>
              <a:t> shows the reflection results of optimized multilayered RAM structures with configurations of 2, 3, 4, and 5 layers using the GA approach. The graph highlights how the reflection coefficient varies across different frequencies for each configuration, illustrating the effect of increasing the number of layers on the material's absorption capabilities.</a:t>
            </a:r>
          </a:p>
          <a:p>
            <a:endParaRPr lang="en-US" altLang="en-US" sz="2500">
              <a:latin typeface="Times New Roman" panose="02020603050405020304" pitchFamily="18" charset="0"/>
              <a:cs typeface="Times New Roman" panose="02020603050405020304" pitchFamily="18" charset="0"/>
            </a:endParaRPr>
          </a:p>
          <a:p>
            <a:r>
              <a:rPr lang="en-US" altLang="en-US" sz="2500">
                <a:latin typeface="Times New Roman" panose="02020603050405020304" pitchFamily="18" charset="0"/>
                <a:cs typeface="Times New Roman" panose="02020603050405020304" pitchFamily="18" charset="0"/>
              </a:rPr>
              <a:t>Notably, the data indicate that as the number of layers increases, the absorption performance of the RAM material improves significantly. The 2-layer configuration shows the highest reflection (least absorption), while the configurations with 3, 4, and 5 layers achieve markedly lower reflection values, indicating better absorption of electromagnetic waves. The 5-layer structure, in particular, exhibits the lowest reflection coefficient, achieving the highest absorption efficiency among the tested designs.</a:t>
            </a:r>
          </a:p>
        </p:txBody>
      </p:sp>
      <p:sp>
        <p:nvSpPr>
          <p:cNvPr id="3127" name="TextBox 23">
            <a:extLst>
              <a:ext uri="{FF2B5EF4-FFF2-40B4-BE49-F238E27FC236}">
                <a16:creationId xmlns:a16="http://schemas.microsoft.com/office/drawing/2014/main" id="{8254093B-14C8-BAEB-B101-0937FBEF3E4F}"/>
              </a:ext>
            </a:extLst>
          </p:cNvPr>
          <p:cNvSpPr txBox="1">
            <a:spLocks noChangeArrowheads="1"/>
          </p:cNvSpPr>
          <p:nvPr/>
        </p:nvSpPr>
        <p:spPr bwMode="auto">
          <a:xfrm>
            <a:off x="21982113" y="15414625"/>
            <a:ext cx="10510837"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200">
                <a:solidFill>
                  <a:schemeClr val="tx1"/>
                </a:solidFill>
                <a:latin typeface="Arial" panose="020B0604020202020204" pitchFamily="34" charset="0"/>
                <a:ea typeface="MS PGothic" panose="020B0600070205080204" pitchFamily="34" charset="-128"/>
              </a:defRPr>
            </a:lvl1pPr>
            <a:lvl2pPr marL="742950" indent="-285750">
              <a:defRPr sz="6200">
                <a:solidFill>
                  <a:schemeClr val="tx1"/>
                </a:solidFill>
                <a:latin typeface="Arial" panose="020B0604020202020204" pitchFamily="34" charset="0"/>
                <a:ea typeface="MS PGothic" panose="020B0600070205080204" pitchFamily="34" charset="-128"/>
              </a:defRPr>
            </a:lvl2pPr>
            <a:lvl3pPr marL="1143000" indent="-228600">
              <a:defRPr sz="6200">
                <a:solidFill>
                  <a:schemeClr val="tx1"/>
                </a:solidFill>
                <a:latin typeface="Arial" panose="020B0604020202020204" pitchFamily="34" charset="0"/>
                <a:ea typeface="MS PGothic" panose="020B0600070205080204" pitchFamily="34" charset="-128"/>
              </a:defRPr>
            </a:lvl3pPr>
            <a:lvl4pPr marL="1600200" indent="-228600">
              <a:defRPr sz="6200">
                <a:solidFill>
                  <a:schemeClr val="tx1"/>
                </a:solidFill>
                <a:latin typeface="Arial" panose="020B0604020202020204" pitchFamily="34" charset="0"/>
                <a:ea typeface="MS PGothic" panose="020B0600070205080204" pitchFamily="34" charset="-128"/>
              </a:defRPr>
            </a:lvl4pPr>
            <a:lvl5pPr marL="2057400" indent="-228600">
              <a:defRPr sz="6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6200">
                <a:solidFill>
                  <a:schemeClr val="tx1"/>
                </a:solidFill>
                <a:latin typeface="Arial" panose="020B0604020202020204" pitchFamily="34" charset="0"/>
                <a:ea typeface="MS PGothic" panose="020B0600070205080204" pitchFamily="34" charset="-128"/>
              </a:defRPr>
            </a:lvl9pPr>
          </a:lstStyle>
          <a:p>
            <a:r>
              <a:rPr lang="en-US" altLang="en-US" sz="2500" b="1">
                <a:latin typeface="Times New Roman" panose="02020603050405020304" pitchFamily="18" charset="0"/>
                <a:cs typeface="Times New Roman" panose="02020603050405020304" pitchFamily="18" charset="0"/>
              </a:rPr>
              <a:t>Figures 5 and 6</a:t>
            </a:r>
            <a:r>
              <a:rPr lang="en-US" altLang="en-US" sz="2500">
                <a:latin typeface="Times New Roman" panose="02020603050405020304" pitchFamily="18" charset="0"/>
                <a:cs typeface="Times New Roman" panose="02020603050405020304" pitchFamily="18" charset="0"/>
              </a:rPr>
              <a:t> illustrate that while the GA provides a quick solution, it results in higher reflection. In contrast, Bayesian Optimization yields a more effective structure with lower reflection, though at the cost of longer runtime. The trade-off here lies between the speed of the GA and the superior solution quality offered by Bayesian Optimization.</a:t>
            </a:r>
          </a:p>
          <a:p>
            <a:endParaRPr lang="en-US" altLang="en-US" sz="2500">
              <a:latin typeface="Times New Roman" panose="02020603050405020304" pitchFamily="18" charset="0"/>
              <a:cs typeface="Times New Roman" panose="02020603050405020304" pitchFamily="18" charset="0"/>
            </a:endParaRPr>
          </a:p>
        </p:txBody>
      </p:sp>
      <p:pic>
        <p:nvPicPr>
          <p:cNvPr id="3128" name="Picture 63" descr="undefined">
            <a:extLst>
              <a:ext uri="{FF2B5EF4-FFF2-40B4-BE49-F238E27FC236}">
                <a16:creationId xmlns:a16="http://schemas.microsoft.com/office/drawing/2014/main" id="{F602EBE3-EFDA-784D-6618-4083385BDCD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4038" y="10766425"/>
            <a:ext cx="4311650" cy="333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9" name="Picture 2">
            <a:extLst>
              <a:ext uri="{FF2B5EF4-FFF2-40B4-BE49-F238E27FC236}">
                <a16:creationId xmlns:a16="http://schemas.microsoft.com/office/drawing/2014/main" id="{E33F593D-B6DB-A85F-C5AF-A634EE793B5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980775" y="3733800"/>
            <a:ext cx="6804025" cy="392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135313" rtl="0" eaLnBrk="1" fontAlgn="base" latinLnBrk="0" hangingPunct="1">
          <a:lnSpc>
            <a:spcPct val="100000"/>
          </a:lnSpc>
          <a:spcBef>
            <a:spcPct val="0"/>
          </a:spcBef>
          <a:spcAft>
            <a:spcPct val="0"/>
          </a:spcAft>
          <a:buClrTx/>
          <a:buSzTx/>
          <a:buFontTx/>
          <a:buNone/>
          <a:tabLst/>
          <a:defRPr kumimoji="0" lang="en-US" sz="62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135313" rtl="0" eaLnBrk="1" fontAlgn="base" latinLnBrk="0" hangingPunct="1">
          <a:lnSpc>
            <a:spcPct val="100000"/>
          </a:lnSpc>
          <a:spcBef>
            <a:spcPct val="0"/>
          </a:spcBef>
          <a:spcAft>
            <a:spcPct val="0"/>
          </a:spcAft>
          <a:buClrTx/>
          <a:buSzTx/>
          <a:buFontTx/>
          <a:buNone/>
          <a:tabLst/>
          <a:defRPr kumimoji="0" lang="en-US" sz="6200" b="0" i="0" u="none" strike="noStrike" cap="none" normalizeH="0" baseline="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5122</TotalTime>
  <Words>1252</Words>
  <Application>Microsoft Office PowerPoint</Application>
  <PresentationFormat>Custom</PresentationFormat>
  <Paragraphs>52</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Default Design</vt:lpstr>
      <vt:lpstr>PowerPoint Presentation</vt:lpstr>
    </vt:vector>
  </TitlesOfParts>
  <Company>Nougat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James R. Kurasch</dc:creator>
  <cp:lastModifiedBy>Carr, Tegan R</cp:lastModifiedBy>
  <cp:revision>181</cp:revision>
  <dcterms:created xsi:type="dcterms:W3CDTF">2010-12-01T17:41:44Z</dcterms:created>
  <dcterms:modified xsi:type="dcterms:W3CDTF">2024-12-07T04:01:37Z</dcterms:modified>
</cp:coreProperties>
</file>